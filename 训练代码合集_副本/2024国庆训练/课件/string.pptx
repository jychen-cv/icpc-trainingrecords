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4"/>
  </p:notesMasterIdLst>
  <p:handoutMasterIdLst>
    <p:handoutMasterId r:id="rId55"/>
  </p:handoutMasterIdLst>
  <p:sldIdLst>
    <p:sldId id="256" r:id="rId3"/>
    <p:sldId id="258" r:id="rId4"/>
    <p:sldId id="263" r:id="rId5"/>
    <p:sldId id="295" r:id="rId6"/>
    <p:sldId id="296" r:id="rId7"/>
    <p:sldId id="297" r:id="rId8"/>
    <p:sldId id="298" r:id="rId9"/>
    <p:sldId id="322" r:id="rId10"/>
    <p:sldId id="325" r:id="rId11"/>
    <p:sldId id="326" r:id="rId12"/>
    <p:sldId id="327" r:id="rId13"/>
    <p:sldId id="294" r:id="rId14"/>
    <p:sldId id="299" r:id="rId15"/>
    <p:sldId id="300" r:id="rId16"/>
    <p:sldId id="301" r:id="rId17"/>
    <p:sldId id="302" r:id="rId18"/>
    <p:sldId id="303" r:id="rId19"/>
    <p:sldId id="328" r:id="rId20"/>
    <p:sldId id="304" r:id="rId21"/>
    <p:sldId id="333" r:id="rId22"/>
    <p:sldId id="289" r:id="rId23"/>
    <p:sldId id="305" r:id="rId24"/>
    <p:sldId id="306" r:id="rId25"/>
    <p:sldId id="330" r:id="rId26"/>
    <p:sldId id="307" r:id="rId27"/>
    <p:sldId id="308" r:id="rId28"/>
    <p:sldId id="309" r:id="rId29"/>
    <p:sldId id="310" r:id="rId30"/>
    <p:sldId id="311" r:id="rId31"/>
    <p:sldId id="312" r:id="rId32"/>
    <p:sldId id="331" r:id="rId33"/>
    <p:sldId id="332" r:id="rId34"/>
    <p:sldId id="290" r:id="rId35"/>
    <p:sldId id="313" r:id="rId36"/>
    <p:sldId id="314" r:id="rId37"/>
    <p:sldId id="315" r:id="rId38"/>
    <p:sldId id="316" r:id="rId39"/>
    <p:sldId id="317" r:id="rId40"/>
    <p:sldId id="318" r:id="rId41"/>
    <p:sldId id="319" r:id="rId42"/>
    <p:sldId id="334" r:id="rId43"/>
    <p:sldId id="335" r:id="rId44"/>
    <p:sldId id="321" r:id="rId45"/>
    <p:sldId id="336" r:id="rId46"/>
    <p:sldId id="337" r:id="rId47"/>
    <p:sldId id="338" r:id="rId48"/>
    <p:sldId id="291" r:id="rId49"/>
    <p:sldId id="292" r:id="rId50"/>
    <p:sldId id="293" r:id="rId51"/>
    <p:sldId id="329" r:id="rId52"/>
    <p:sldId id="261" r:id="rId53"/>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0" d="100"/>
          <a:sy n="90" d="100"/>
        </p:scale>
        <p:origin x="1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2024/9/30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image" Target="../media/image3.pn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NULL" TargetMode="Externa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2.png"/><Relationship Id="rId5" Type="http://schemas.openxmlformats.org/officeDocument/2006/relationships/tags" Target="../tags/tag13.xml"/><Relationship Id="rId10" Type="http://schemas.openxmlformats.org/officeDocument/2006/relationships/slideMaster" Target="../slideMasters/slideMaster1.xml"/><Relationship Id="rId4" Type="http://schemas.openxmlformats.org/officeDocument/2006/relationships/tags" Target="../tags/tag12.xml"/><Relationship Id="rId9" Type="http://schemas.openxmlformats.org/officeDocument/2006/relationships/tags" Target="../tags/tag1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image" Target="NULL" TargetMode="External"/><Relationship Id="rId4" Type="http://schemas.openxmlformats.org/officeDocument/2006/relationships/tags" Target="../tags/tag26.xml"/><Relationship Id="rId9"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7.xml"/><Relationship Id="rId3" Type="http://schemas.openxmlformats.org/officeDocument/2006/relationships/tags" Target="../tags/tag32.xml"/><Relationship Id="rId7" Type="http://schemas.openxmlformats.org/officeDocument/2006/relationships/tags" Target="../tags/tag3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image" Target="NULL" TargetMode="External"/><Relationship Id="rId5" Type="http://schemas.openxmlformats.org/officeDocument/2006/relationships/tags" Target="../tags/tag34.xml"/><Relationship Id="rId10" Type="http://schemas.openxmlformats.org/officeDocument/2006/relationships/image" Target="../media/image4.png"/><Relationship Id="rId4" Type="http://schemas.openxmlformats.org/officeDocument/2006/relationships/tags" Target="../tags/tag33.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1.xml"/><Relationship Id="rId4" Type="http://schemas.openxmlformats.org/officeDocument/2006/relationships/tags" Target="../tags/tag55.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slideMaster" Target="../slideMasters/slideMaster1.xml"/><Relationship Id="rId4" Type="http://schemas.openxmlformats.org/officeDocument/2006/relationships/tags" Target="../tags/tag6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image" Target="../media/image3.png"/><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image" Target="NULL" TargetMode="Externa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2.png"/><Relationship Id="rId5" Type="http://schemas.openxmlformats.org/officeDocument/2006/relationships/tags" Target="../tags/tag72.xml"/><Relationship Id="rId10" Type="http://schemas.openxmlformats.org/officeDocument/2006/relationships/slideMaster" Target="../slideMasters/slideMaster1.xml"/><Relationship Id="rId4" Type="http://schemas.openxmlformats.org/officeDocument/2006/relationships/tags" Target="../tags/tag71.xml"/><Relationship Id="rId9" Type="http://schemas.openxmlformats.org/officeDocument/2006/relationships/tags" Target="../tags/tag76.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image" Target="../media/image3.png"/><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image" Target="NULL" TargetMode="Externa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image" Target="../media/image2.png"/><Relationship Id="rId5" Type="http://schemas.openxmlformats.org/officeDocument/2006/relationships/tags" Target="../tags/tag88.xml"/><Relationship Id="rId10" Type="http://schemas.openxmlformats.org/officeDocument/2006/relationships/slideMaster" Target="../slideMasters/slideMaster2.xml"/><Relationship Id="rId4" Type="http://schemas.openxmlformats.org/officeDocument/2006/relationships/tags" Target="../tags/tag87.xml"/><Relationship Id="rId9" Type="http://schemas.openxmlformats.org/officeDocument/2006/relationships/tags" Target="../tags/tag9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slideMaster" Target="../slideMasters/slideMaster2.xml"/><Relationship Id="rId5" Type="http://schemas.openxmlformats.org/officeDocument/2006/relationships/tags" Target="../tags/tag97.xml"/><Relationship Id="rId4" Type="http://schemas.openxmlformats.org/officeDocument/2006/relationships/tags" Target="../tags/tag96.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image" Target="NULL" TargetMode="External"/><Relationship Id="rId4" Type="http://schemas.openxmlformats.org/officeDocument/2006/relationships/tags" Target="../tags/tag101.xml"/><Relationship Id="rId9"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2.xml"/><Relationship Id="rId3" Type="http://schemas.openxmlformats.org/officeDocument/2006/relationships/tags" Target="../tags/tag107.xml"/><Relationship Id="rId7" Type="http://schemas.openxmlformats.org/officeDocument/2006/relationships/tags" Target="../tags/tag111.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NULL" TargetMode="External"/><Relationship Id="rId5" Type="http://schemas.openxmlformats.org/officeDocument/2006/relationships/tags" Target="../tags/tag109.xml"/><Relationship Id="rId10" Type="http://schemas.openxmlformats.org/officeDocument/2006/relationships/image" Target="../media/image4.png"/><Relationship Id="rId4" Type="http://schemas.openxmlformats.org/officeDocument/2006/relationships/tags" Target="../tags/tag108.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15.xml"/><Relationship Id="rId7"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26.xml"/><Relationship Id="rId3" Type="http://schemas.openxmlformats.org/officeDocument/2006/relationships/tags" Target="../tags/tag121.xml"/><Relationship Id="rId7" Type="http://schemas.openxmlformats.org/officeDocument/2006/relationships/tags" Target="../tags/tag125.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5" Type="http://schemas.openxmlformats.org/officeDocument/2006/relationships/slideMaster" Target="../slideMasters/slideMaster2.xml"/><Relationship Id="rId4" Type="http://schemas.openxmlformats.org/officeDocument/2006/relationships/tags" Target="../tags/tag130.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slideMaster" Target="../slideMasters/slideMaster2.xml"/><Relationship Id="rId4" Type="http://schemas.openxmlformats.org/officeDocument/2006/relationships/tags" Target="../tags/tag137.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Master" Target="../slideMasters/slideMaster2.xml"/><Relationship Id="rId5" Type="http://schemas.openxmlformats.org/officeDocument/2006/relationships/tags" Target="../tags/tag142.xml"/><Relationship Id="rId4" Type="http://schemas.openxmlformats.org/officeDocument/2006/relationships/tags" Target="../tags/tag141.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image" Target="../media/image3.png"/><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image" Target="NULL" TargetMode="Externa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image" Target="../media/image2.png"/><Relationship Id="rId5" Type="http://schemas.openxmlformats.org/officeDocument/2006/relationships/tags" Target="../tags/tag147.xml"/><Relationship Id="rId10" Type="http://schemas.openxmlformats.org/officeDocument/2006/relationships/slideMaster" Target="../slideMasters/slideMaster2.xml"/><Relationship Id="rId4" Type="http://schemas.openxmlformats.org/officeDocument/2006/relationships/tags" Target="../tags/tag146.xml"/><Relationship Id="rId9" Type="http://schemas.openxmlformats.org/officeDocument/2006/relationships/tags" Target="../tags/tag15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8" name="图片 7" descr="C:/Users/ADMIN/AppData/Local/Temp/fig2wpp/@png2x_bg-2583&amp;3791.png"/>
          <p:cNvPicPr>
            <a:picLocks noChangeAspect="1"/>
          </p:cNvPicPr>
          <p:nvPr>
            <p:custDataLst>
              <p:tags r:id="rId1"/>
            </p:custDataLst>
          </p:nvPr>
        </p:nvPicPr>
        <p:blipFill>
          <a:blip r:embed="rId11" r:link="rId12"/>
          <a:stretch>
            <a:fillRect/>
          </a:stretch>
        </p:blipFill>
        <p:spPr>
          <a:xfrm>
            <a:off x="0" y="0"/>
            <a:ext cx="12192000" cy="6858000"/>
          </a:xfrm>
          <a:prstGeom prst="rect">
            <a:avLst/>
          </a:prstGeom>
        </p:spPr>
      </p:pic>
      <p:sp>
        <p:nvSpPr>
          <p:cNvPr id="9" name="矩形 8"/>
          <p:cNvSpPr/>
          <p:nvPr>
            <p:custDataLst>
              <p:tags r:id="rId2"/>
            </p:custDataLst>
          </p:nvPr>
        </p:nvSpPr>
        <p:spPr>
          <a:xfrm>
            <a:off x="318" y="1562100"/>
            <a:ext cx="12191365" cy="3238500"/>
          </a:xfrm>
          <a:prstGeom prst="rect">
            <a:avLst/>
          </a:prstGeom>
          <a:gradFill>
            <a:gsLst>
              <a:gs pos="0">
                <a:schemeClr val="accent1">
                  <a:lumMod val="75000"/>
                  <a:alpha val="100000"/>
                </a:schemeClr>
              </a:gs>
              <a:gs pos="100000">
                <a:schemeClr val="accent1">
                  <a:lumMod val="5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Freeform 10"/>
          <p:cNvSpPr/>
          <p:nvPr>
            <p:custDataLst>
              <p:tags r:id="rId3"/>
            </p:custDataLst>
          </p:nvPr>
        </p:nvSpPr>
        <p:spPr bwMode="auto">
          <a:xfrm>
            <a:off x="625287" y="2461446"/>
            <a:ext cx="10941426" cy="1439808"/>
          </a:xfrm>
          <a:custGeom>
            <a:avLst/>
            <a:gdLst>
              <a:gd name="T0" fmla="*/ 12960 w 23822"/>
              <a:gd name="T1" fmla="*/ 1770 h 3115"/>
              <a:gd name="T2" fmla="*/ 3135 w 23822"/>
              <a:gd name="T3" fmla="*/ 682 h 3115"/>
              <a:gd name="T4" fmla="*/ 4187 w 23822"/>
              <a:gd name="T5" fmla="*/ 2207 h 3115"/>
              <a:gd name="T6" fmla="*/ 3518 w 23822"/>
              <a:gd name="T7" fmla="*/ 682 h 3115"/>
              <a:gd name="T8" fmla="*/ 18941 w 23822"/>
              <a:gd name="T9" fmla="*/ 873 h 3115"/>
              <a:gd name="T10" fmla="*/ 19478 w 23822"/>
              <a:gd name="T11" fmla="*/ 2487 h 3115"/>
              <a:gd name="T12" fmla="*/ 20012 w 23822"/>
              <a:gd name="T13" fmla="*/ 873 h 3115"/>
              <a:gd name="T14" fmla="*/ 21929 w 23822"/>
              <a:gd name="T15" fmla="*/ 53 h 3115"/>
              <a:gd name="T16" fmla="*/ 23152 w 23822"/>
              <a:gd name="T17" fmla="*/ 53 h 3115"/>
              <a:gd name="T18" fmla="*/ 23240 w 23822"/>
              <a:gd name="T19" fmla="*/ 3061 h 3115"/>
              <a:gd name="T20" fmla="*/ 21983 w 23822"/>
              <a:gd name="T21" fmla="*/ 3061 h 3115"/>
              <a:gd name="T22" fmla="*/ 16972 w 23822"/>
              <a:gd name="T23" fmla="*/ 53 h 3115"/>
              <a:gd name="T24" fmla="*/ 16972 w 23822"/>
              <a:gd name="T25" fmla="*/ 3061 h 3115"/>
              <a:gd name="T26" fmla="*/ 16616 w 23822"/>
              <a:gd name="T27" fmla="*/ 53 h 3115"/>
              <a:gd name="T28" fmla="*/ 15777 w 23822"/>
              <a:gd name="T29" fmla="*/ 3061 h 3115"/>
              <a:gd name="T30" fmla="*/ 14263 w 23822"/>
              <a:gd name="T31" fmla="*/ 682 h 3115"/>
              <a:gd name="T32" fmla="*/ 12994 w 23822"/>
              <a:gd name="T33" fmla="*/ 53 h 3115"/>
              <a:gd name="T34" fmla="*/ 13182 w 23822"/>
              <a:gd name="T35" fmla="*/ 2398 h 3115"/>
              <a:gd name="T36" fmla="*/ 11178 w 23822"/>
              <a:gd name="T37" fmla="*/ 3061 h 3115"/>
              <a:gd name="T38" fmla="*/ 6207 w 23822"/>
              <a:gd name="T39" fmla="*/ 53 h 3115"/>
              <a:gd name="T40" fmla="*/ 6763 w 23822"/>
              <a:gd name="T41" fmla="*/ 2487 h 3115"/>
              <a:gd name="T42" fmla="*/ 7318 w 23822"/>
              <a:gd name="T43" fmla="*/ 53 h 3115"/>
              <a:gd name="T44" fmla="*/ 7839 w 23822"/>
              <a:gd name="T45" fmla="*/ 2533 h 3115"/>
              <a:gd name="T46" fmla="*/ 6111 w 23822"/>
              <a:gd name="T47" fmla="*/ 2966 h 3115"/>
              <a:gd name="T48" fmla="*/ 5536 w 23822"/>
              <a:gd name="T49" fmla="*/ 53 h 3115"/>
              <a:gd name="T50" fmla="*/ 4396 w 23822"/>
              <a:gd name="T51" fmla="*/ 231 h 3115"/>
              <a:gd name="T52" fmla="*/ 4925 w 23822"/>
              <a:gd name="T53" fmla="*/ 2368 h 3115"/>
              <a:gd name="T54" fmla="*/ 2464 w 23822"/>
              <a:gd name="T55" fmla="*/ 3061 h 3115"/>
              <a:gd name="T56" fmla="*/ 2024 w 23822"/>
              <a:gd name="T57" fmla="*/ 53 h 3115"/>
              <a:gd name="T58" fmla="*/ 671 w 23822"/>
              <a:gd name="T59" fmla="*/ 1230 h 3115"/>
              <a:gd name="T60" fmla="*/ 671 w 23822"/>
              <a:gd name="T61" fmla="*/ 1839 h 3115"/>
              <a:gd name="T62" fmla="*/ 2070 w 23822"/>
              <a:gd name="T63" fmla="*/ 3061 h 3115"/>
              <a:gd name="T64" fmla="*/ 19478 w 23822"/>
              <a:gd name="T65" fmla="*/ 0 h 3115"/>
              <a:gd name="T66" fmla="*/ 20892 w 23822"/>
              <a:gd name="T67" fmla="*/ 1559 h 3115"/>
              <a:gd name="T68" fmla="*/ 19478 w 23822"/>
              <a:gd name="T69" fmla="*/ 3115 h 3115"/>
              <a:gd name="T70" fmla="*/ 18060 w 23822"/>
              <a:gd name="T71" fmla="*/ 1559 h 3115"/>
              <a:gd name="T72" fmla="*/ 19478 w 23822"/>
              <a:gd name="T73" fmla="*/ 0 h 3115"/>
              <a:gd name="T74" fmla="*/ 11010 w 23822"/>
              <a:gd name="T75" fmla="*/ 743 h 3115"/>
              <a:gd name="T76" fmla="*/ 9841 w 23822"/>
              <a:gd name="T77" fmla="*/ 628 h 3115"/>
              <a:gd name="T78" fmla="*/ 9102 w 23822"/>
              <a:gd name="T79" fmla="*/ 1544 h 3115"/>
              <a:gd name="T80" fmla="*/ 9841 w 23822"/>
              <a:gd name="T81" fmla="*/ 2487 h 3115"/>
              <a:gd name="T82" fmla="*/ 11018 w 23822"/>
              <a:gd name="T83" fmla="*/ 2372 h 3115"/>
              <a:gd name="T84" fmla="*/ 9102 w 23822"/>
              <a:gd name="T85" fmla="*/ 2920 h 3115"/>
              <a:gd name="T86" fmla="*/ 8596 w 23822"/>
              <a:gd name="T87" fmla="*/ 733 h 3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22" h="3115">
                <a:moveTo>
                  <a:pt x="12642" y="935"/>
                </a:moveTo>
                <a:lnTo>
                  <a:pt x="12347" y="1770"/>
                </a:lnTo>
                <a:lnTo>
                  <a:pt x="12960" y="1770"/>
                </a:lnTo>
                <a:lnTo>
                  <a:pt x="12665" y="935"/>
                </a:lnTo>
                <a:lnTo>
                  <a:pt x="12642" y="935"/>
                </a:lnTo>
                <a:close/>
                <a:moveTo>
                  <a:pt x="3135" y="682"/>
                </a:moveTo>
                <a:lnTo>
                  <a:pt x="3135" y="2433"/>
                </a:lnTo>
                <a:lnTo>
                  <a:pt x="3488" y="2433"/>
                </a:lnTo>
                <a:cubicBezTo>
                  <a:pt x="3792" y="2433"/>
                  <a:pt x="4025" y="2358"/>
                  <a:pt x="4187" y="2207"/>
                </a:cubicBezTo>
                <a:cubicBezTo>
                  <a:pt x="4349" y="2056"/>
                  <a:pt x="4430" y="1840"/>
                  <a:pt x="4430" y="1559"/>
                </a:cubicBezTo>
                <a:cubicBezTo>
                  <a:pt x="4430" y="1276"/>
                  <a:pt x="4352" y="1059"/>
                  <a:pt x="4195" y="908"/>
                </a:cubicBezTo>
                <a:cubicBezTo>
                  <a:pt x="4037" y="757"/>
                  <a:pt x="3812" y="682"/>
                  <a:pt x="3518" y="682"/>
                </a:cubicBezTo>
                <a:lnTo>
                  <a:pt x="3135" y="682"/>
                </a:lnTo>
                <a:close/>
                <a:moveTo>
                  <a:pt x="19478" y="628"/>
                </a:moveTo>
                <a:cubicBezTo>
                  <a:pt x="19251" y="628"/>
                  <a:pt x="19072" y="710"/>
                  <a:pt x="18941" y="873"/>
                </a:cubicBezTo>
                <a:cubicBezTo>
                  <a:pt x="18811" y="1037"/>
                  <a:pt x="18746" y="1265"/>
                  <a:pt x="18746" y="1559"/>
                </a:cubicBezTo>
                <a:cubicBezTo>
                  <a:pt x="18746" y="1853"/>
                  <a:pt x="18811" y="2081"/>
                  <a:pt x="18941" y="2243"/>
                </a:cubicBezTo>
                <a:cubicBezTo>
                  <a:pt x="19072" y="2405"/>
                  <a:pt x="19251" y="2487"/>
                  <a:pt x="19478" y="2487"/>
                </a:cubicBezTo>
                <a:cubicBezTo>
                  <a:pt x="19703" y="2487"/>
                  <a:pt x="19880" y="2405"/>
                  <a:pt x="20011" y="2243"/>
                </a:cubicBezTo>
                <a:cubicBezTo>
                  <a:pt x="20141" y="2081"/>
                  <a:pt x="20206" y="1853"/>
                  <a:pt x="20206" y="1559"/>
                </a:cubicBezTo>
                <a:cubicBezTo>
                  <a:pt x="20206" y="1265"/>
                  <a:pt x="20141" y="1037"/>
                  <a:pt x="20012" y="873"/>
                </a:cubicBezTo>
                <a:cubicBezTo>
                  <a:pt x="19883" y="710"/>
                  <a:pt x="19705" y="628"/>
                  <a:pt x="19478" y="628"/>
                </a:cubicBezTo>
                <a:close/>
                <a:moveTo>
                  <a:pt x="21312" y="53"/>
                </a:moveTo>
                <a:lnTo>
                  <a:pt x="21929" y="53"/>
                </a:lnTo>
                <a:lnTo>
                  <a:pt x="23129" y="1827"/>
                </a:lnTo>
                <a:lnTo>
                  <a:pt x="23152" y="1827"/>
                </a:lnTo>
                <a:lnTo>
                  <a:pt x="23152" y="53"/>
                </a:lnTo>
                <a:lnTo>
                  <a:pt x="23822" y="53"/>
                </a:lnTo>
                <a:lnTo>
                  <a:pt x="23822" y="3061"/>
                </a:lnTo>
                <a:lnTo>
                  <a:pt x="23240" y="3061"/>
                </a:lnTo>
                <a:lnTo>
                  <a:pt x="22006" y="1287"/>
                </a:lnTo>
                <a:lnTo>
                  <a:pt x="21983" y="1287"/>
                </a:lnTo>
                <a:lnTo>
                  <a:pt x="21983" y="3061"/>
                </a:lnTo>
                <a:lnTo>
                  <a:pt x="21312" y="3061"/>
                </a:lnTo>
                <a:lnTo>
                  <a:pt x="21312" y="53"/>
                </a:lnTo>
                <a:close/>
                <a:moveTo>
                  <a:pt x="16972" y="53"/>
                </a:moveTo>
                <a:lnTo>
                  <a:pt x="17643" y="53"/>
                </a:lnTo>
                <a:lnTo>
                  <a:pt x="17643" y="3061"/>
                </a:lnTo>
                <a:lnTo>
                  <a:pt x="16972" y="3061"/>
                </a:lnTo>
                <a:lnTo>
                  <a:pt x="16972" y="53"/>
                </a:lnTo>
                <a:close/>
                <a:moveTo>
                  <a:pt x="14263" y="53"/>
                </a:moveTo>
                <a:lnTo>
                  <a:pt x="16616" y="53"/>
                </a:lnTo>
                <a:lnTo>
                  <a:pt x="16616" y="682"/>
                </a:lnTo>
                <a:lnTo>
                  <a:pt x="15777" y="682"/>
                </a:lnTo>
                <a:lnTo>
                  <a:pt x="15777" y="3061"/>
                </a:lnTo>
                <a:lnTo>
                  <a:pt x="15106" y="3061"/>
                </a:lnTo>
                <a:lnTo>
                  <a:pt x="15106" y="682"/>
                </a:lnTo>
                <a:lnTo>
                  <a:pt x="14263" y="682"/>
                </a:lnTo>
                <a:lnTo>
                  <a:pt x="14263" y="53"/>
                </a:lnTo>
                <a:close/>
                <a:moveTo>
                  <a:pt x="12308" y="53"/>
                </a:moveTo>
                <a:lnTo>
                  <a:pt x="12994" y="53"/>
                </a:lnTo>
                <a:lnTo>
                  <a:pt x="14129" y="3061"/>
                </a:lnTo>
                <a:lnTo>
                  <a:pt x="13416" y="3061"/>
                </a:lnTo>
                <a:lnTo>
                  <a:pt x="13182" y="2398"/>
                </a:lnTo>
                <a:lnTo>
                  <a:pt x="12121" y="2398"/>
                </a:lnTo>
                <a:lnTo>
                  <a:pt x="11887" y="3061"/>
                </a:lnTo>
                <a:lnTo>
                  <a:pt x="11178" y="3061"/>
                </a:lnTo>
                <a:lnTo>
                  <a:pt x="12308" y="53"/>
                </a:lnTo>
                <a:close/>
                <a:moveTo>
                  <a:pt x="5536" y="53"/>
                </a:moveTo>
                <a:lnTo>
                  <a:pt x="6207" y="53"/>
                </a:lnTo>
                <a:lnTo>
                  <a:pt x="6207" y="1824"/>
                </a:lnTo>
                <a:cubicBezTo>
                  <a:pt x="6207" y="2028"/>
                  <a:pt x="6257" y="2190"/>
                  <a:pt x="6356" y="2308"/>
                </a:cubicBezTo>
                <a:cubicBezTo>
                  <a:pt x="6456" y="2427"/>
                  <a:pt x="6591" y="2487"/>
                  <a:pt x="6763" y="2487"/>
                </a:cubicBezTo>
                <a:cubicBezTo>
                  <a:pt x="6934" y="2487"/>
                  <a:pt x="7069" y="2428"/>
                  <a:pt x="7169" y="2312"/>
                </a:cubicBezTo>
                <a:cubicBezTo>
                  <a:pt x="7268" y="2196"/>
                  <a:pt x="7318" y="2038"/>
                  <a:pt x="7318" y="1839"/>
                </a:cubicBezTo>
                <a:lnTo>
                  <a:pt x="7318" y="53"/>
                </a:lnTo>
                <a:lnTo>
                  <a:pt x="7989" y="53"/>
                </a:lnTo>
                <a:lnTo>
                  <a:pt x="7989" y="1866"/>
                </a:lnTo>
                <a:cubicBezTo>
                  <a:pt x="7989" y="2121"/>
                  <a:pt x="7939" y="2344"/>
                  <a:pt x="7839" y="2533"/>
                </a:cubicBezTo>
                <a:cubicBezTo>
                  <a:pt x="7740" y="2722"/>
                  <a:pt x="7597" y="2866"/>
                  <a:pt x="7412" y="2966"/>
                </a:cubicBezTo>
                <a:cubicBezTo>
                  <a:pt x="7227" y="3065"/>
                  <a:pt x="7010" y="3115"/>
                  <a:pt x="6763" y="3115"/>
                </a:cubicBezTo>
                <a:cubicBezTo>
                  <a:pt x="6512" y="3115"/>
                  <a:pt x="6295" y="3065"/>
                  <a:pt x="6111" y="2966"/>
                </a:cubicBezTo>
                <a:cubicBezTo>
                  <a:pt x="5927" y="2866"/>
                  <a:pt x="5785" y="2722"/>
                  <a:pt x="5686" y="2534"/>
                </a:cubicBezTo>
                <a:cubicBezTo>
                  <a:pt x="5586" y="2347"/>
                  <a:pt x="5536" y="2124"/>
                  <a:pt x="5536" y="1866"/>
                </a:cubicBezTo>
                <a:lnTo>
                  <a:pt x="5536" y="53"/>
                </a:lnTo>
                <a:close/>
                <a:moveTo>
                  <a:pt x="2464" y="53"/>
                </a:moveTo>
                <a:lnTo>
                  <a:pt x="3549" y="53"/>
                </a:lnTo>
                <a:cubicBezTo>
                  <a:pt x="3878" y="53"/>
                  <a:pt x="4161" y="113"/>
                  <a:pt x="4396" y="231"/>
                </a:cubicBezTo>
                <a:cubicBezTo>
                  <a:pt x="4631" y="350"/>
                  <a:pt x="4810" y="523"/>
                  <a:pt x="4932" y="749"/>
                </a:cubicBezTo>
                <a:cubicBezTo>
                  <a:pt x="5055" y="975"/>
                  <a:pt x="5116" y="1245"/>
                  <a:pt x="5116" y="1559"/>
                </a:cubicBezTo>
                <a:cubicBezTo>
                  <a:pt x="5116" y="1873"/>
                  <a:pt x="5052" y="2143"/>
                  <a:pt x="4925" y="2368"/>
                </a:cubicBezTo>
                <a:cubicBezTo>
                  <a:pt x="4797" y="2593"/>
                  <a:pt x="4611" y="2764"/>
                  <a:pt x="4367" y="2883"/>
                </a:cubicBezTo>
                <a:cubicBezTo>
                  <a:pt x="4123" y="3002"/>
                  <a:pt x="3829" y="3061"/>
                  <a:pt x="3484" y="3061"/>
                </a:cubicBezTo>
                <a:lnTo>
                  <a:pt x="2464" y="3061"/>
                </a:lnTo>
                <a:lnTo>
                  <a:pt x="2464" y="53"/>
                </a:lnTo>
                <a:close/>
                <a:moveTo>
                  <a:pt x="0" y="53"/>
                </a:moveTo>
                <a:lnTo>
                  <a:pt x="2024" y="53"/>
                </a:lnTo>
                <a:lnTo>
                  <a:pt x="2024" y="663"/>
                </a:lnTo>
                <a:lnTo>
                  <a:pt x="671" y="663"/>
                </a:lnTo>
                <a:lnTo>
                  <a:pt x="671" y="1230"/>
                </a:lnTo>
                <a:lnTo>
                  <a:pt x="1951" y="1230"/>
                </a:lnTo>
                <a:lnTo>
                  <a:pt x="1951" y="1839"/>
                </a:lnTo>
                <a:lnTo>
                  <a:pt x="671" y="1839"/>
                </a:lnTo>
                <a:lnTo>
                  <a:pt x="671" y="2452"/>
                </a:lnTo>
                <a:lnTo>
                  <a:pt x="2070" y="2452"/>
                </a:lnTo>
                <a:lnTo>
                  <a:pt x="2070" y="3061"/>
                </a:lnTo>
                <a:lnTo>
                  <a:pt x="0" y="3061"/>
                </a:lnTo>
                <a:lnTo>
                  <a:pt x="0" y="53"/>
                </a:lnTo>
                <a:close/>
                <a:moveTo>
                  <a:pt x="19478" y="0"/>
                </a:moveTo>
                <a:cubicBezTo>
                  <a:pt x="19767" y="0"/>
                  <a:pt x="20017" y="62"/>
                  <a:pt x="20229" y="185"/>
                </a:cubicBezTo>
                <a:cubicBezTo>
                  <a:pt x="20441" y="309"/>
                  <a:pt x="20605" y="488"/>
                  <a:pt x="20719" y="722"/>
                </a:cubicBezTo>
                <a:cubicBezTo>
                  <a:pt x="20834" y="956"/>
                  <a:pt x="20892" y="1235"/>
                  <a:pt x="20892" y="1559"/>
                </a:cubicBezTo>
                <a:cubicBezTo>
                  <a:pt x="20892" y="1881"/>
                  <a:pt x="20834" y="2159"/>
                  <a:pt x="20719" y="2393"/>
                </a:cubicBezTo>
                <a:cubicBezTo>
                  <a:pt x="20605" y="2626"/>
                  <a:pt x="20441" y="2805"/>
                  <a:pt x="20229" y="2929"/>
                </a:cubicBezTo>
                <a:cubicBezTo>
                  <a:pt x="20017" y="3053"/>
                  <a:pt x="19767" y="3115"/>
                  <a:pt x="19478" y="3115"/>
                </a:cubicBezTo>
                <a:cubicBezTo>
                  <a:pt x="19187" y="3115"/>
                  <a:pt x="18935" y="3053"/>
                  <a:pt x="18723" y="2929"/>
                </a:cubicBezTo>
                <a:cubicBezTo>
                  <a:pt x="18511" y="2805"/>
                  <a:pt x="18347" y="2626"/>
                  <a:pt x="18233" y="2393"/>
                </a:cubicBezTo>
                <a:cubicBezTo>
                  <a:pt x="18118" y="2159"/>
                  <a:pt x="18060" y="1881"/>
                  <a:pt x="18060" y="1559"/>
                </a:cubicBezTo>
                <a:cubicBezTo>
                  <a:pt x="18060" y="1235"/>
                  <a:pt x="18118" y="956"/>
                  <a:pt x="18233" y="722"/>
                </a:cubicBezTo>
                <a:cubicBezTo>
                  <a:pt x="18347" y="488"/>
                  <a:pt x="18511" y="309"/>
                  <a:pt x="18723" y="185"/>
                </a:cubicBezTo>
                <a:cubicBezTo>
                  <a:pt x="18935" y="62"/>
                  <a:pt x="19187" y="0"/>
                  <a:pt x="19478" y="0"/>
                </a:cubicBezTo>
                <a:close/>
                <a:moveTo>
                  <a:pt x="9880" y="0"/>
                </a:moveTo>
                <a:cubicBezTo>
                  <a:pt x="10145" y="0"/>
                  <a:pt x="10373" y="65"/>
                  <a:pt x="10562" y="197"/>
                </a:cubicBezTo>
                <a:cubicBezTo>
                  <a:pt x="10751" y="329"/>
                  <a:pt x="10900" y="511"/>
                  <a:pt x="11010" y="743"/>
                </a:cubicBezTo>
                <a:lnTo>
                  <a:pt x="10416" y="1007"/>
                </a:lnTo>
                <a:cubicBezTo>
                  <a:pt x="10363" y="882"/>
                  <a:pt x="10285" y="788"/>
                  <a:pt x="10184" y="724"/>
                </a:cubicBezTo>
                <a:cubicBezTo>
                  <a:pt x="10083" y="660"/>
                  <a:pt x="9969" y="628"/>
                  <a:pt x="9841" y="628"/>
                </a:cubicBezTo>
                <a:cubicBezTo>
                  <a:pt x="9696" y="628"/>
                  <a:pt x="9567" y="666"/>
                  <a:pt x="9456" y="741"/>
                </a:cubicBezTo>
                <a:cubicBezTo>
                  <a:pt x="9345" y="816"/>
                  <a:pt x="9258" y="923"/>
                  <a:pt x="9196" y="1061"/>
                </a:cubicBezTo>
                <a:cubicBezTo>
                  <a:pt x="9133" y="1199"/>
                  <a:pt x="9102" y="1360"/>
                  <a:pt x="9102" y="1544"/>
                </a:cubicBezTo>
                <a:cubicBezTo>
                  <a:pt x="9102" y="1733"/>
                  <a:pt x="9133" y="1898"/>
                  <a:pt x="9196" y="2040"/>
                </a:cubicBezTo>
                <a:cubicBezTo>
                  <a:pt x="9258" y="2182"/>
                  <a:pt x="9345" y="2292"/>
                  <a:pt x="9456" y="2370"/>
                </a:cubicBezTo>
                <a:cubicBezTo>
                  <a:pt x="9567" y="2448"/>
                  <a:pt x="9696" y="2487"/>
                  <a:pt x="9841" y="2487"/>
                </a:cubicBezTo>
                <a:cubicBezTo>
                  <a:pt x="9964" y="2487"/>
                  <a:pt x="10075" y="2454"/>
                  <a:pt x="10173" y="2389"/>
                </a:cubicBezTo>
                <a:cubicBezTo>
                  <a:pt x="10271" y="2324"/>
                  <a:pt x="10355" y="2230"/>
                  <a:pt x="10424" y="2107"/>
                </a:cubicBezTo>
                <a:lnTo>
                  <a:pt x="11018" y="2372"/>
                </a:lnTo>
                <a:cubicBezTo>
                  <a:pt x="10905" y="2609"/>
                  <a:pt x="10748" y="2792"/>
                  <a:pt x="10545" y="2922"/>
                </a:cubicBezTo>
                <a:cubicBezTo>
                  <a:pt x="10341" y="3051"/>
                  <a:pt x="10108" y="3115"/>
                  <a:pt x="9845" y="3115"/>
                </a:cubicBezTo>
                <a:cubicBezTo>
                  <a:pt x="9567" y="3115"/>
                  <a:pt x="9319" y="3050"/>
                  <a:pt x="9102" y="2920"/>
                </a:cubicBezTo>
                <a:cubicBezTo>
                  <a:pt x="8885" y="2789"/>
                  <a:pt x="8715" y="2605"/>
                  <a:pt x="8594" y="2366"/>
                </a:cubicBezTo>
                <a:cubicBezTo>
                  <a:pt x="8473" y="2127"/>
                  <a:pt x="8412" y="1853"/>
                  <a:pt x="8412" y="1544"/>
                </a:cubicBezTo>
                <a:cubicBezTo>
                  <a:pt x="8412" y="1237"/>
                  <a:pt x="8473" y="967"/>
                  <a:pt x="8596" y="733"/>
                </a:cubicBezTo>
                <a:cubicBezTo>
                  <a:pt x="8719" y="500"/>
                  <a:pt x="8891" y="319"/>
                  <a:pt x="9113" y="191"/>
                </a:cubicBezTo>
                <a:cubicBezTo>
                  <a:pt x="9336" y="63"/>
                  <a:pt x="9591" y="0"/>
                  <a:pt x="9880"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pic>
        <p:nvPicPr>
          <p:cNvPr id="15" name="图片 14" descr="C:/Users/ADMIN/AppData/Local/Temp/fig2wpp/@png2x-2574&amp;2537.png"/>
          <p:cNvPicPr>
            <a:picLocks noChangeAspect="1"/>
          </p:cNvPicPr>
          <p:nvPr>
            <p:custDataLst>
              <p:tags r:id="rId4"/>
            </p:custDataLst>
          </p:nvPr>
        </p:nvPicPr>
        <p:blipFill>
          <a:blip r:embed="rId13" r:link="rId12"/>
          <a:srcRect b="11680"/>
          <a:stretch>
            <a:fillRect/>
          </a:stretch>
        </p:blipFill>
        <p:spPr>
          <a:xfrm>
            <a:off x="4352925" y="673100"/>
            <a:ext cx="3486150" cy="1574800"/>
          </a:xfrm>
          <a:prstGeom prst="rect">
            <a:avLst/>
          </a:prstGeom>
          <a:effectLst>
            <a:outerShdw blurRad="279400" dist="50800" dir="2640000" algn="t" rotWithShape="0">
              <a:schemeClr val="accent1">
                <a:lumMod val="50000"/>
                <a:alpha val="56000"/>
              </a:schemeClr>
            </a:outerShdw>
          </a:effectLst>
        </p:spPr>
      </p:pic>
      <p:sp>
        <p:nvSpPr>
          <p:cNvPr id="2" name="标题 1"/>
          <p:cNvSpPr>
            <a:spLocks noGrp="1"/>
          </p:cNvSpPr>
          <p:nvPr>
            <p:ph type="ctrTitle"/>
            <p:custDataLst>
              <p:tags r:id="rId5"/>
            </p:custDataLst>
          </p:nvPr>
        </p:nvSpPr>
        <p:spPr>
          <a:xfrm>
            <a:off x="838200" y="2145664"/>
            <a:ext cx="10515600" cy="1540715"/>
          </a:xfrm>
        </p:spPr>
        <p:txBody>
          <a:bodyPr wrap="square" anchor="b">
            <a:normAutofit/>
          </a:bodyPr>
          <a:lstStyle>
            <a:lvl1pPr algn="ctr">
              <a:lnSpc>
                <a:spcPct val="100000"/>
              </a:lnSpc>
              <a:defRPr sz="6200">
                <a:solidFill>
                  <a:schemeClr val="lt1">
                    <a:lumMod val="100000"/>
                  </a:schemeClr>
                </a:solidFill>
                <a:latin typeface="+mj-ea"/>
                <a:ea typeface="+mj-ea"/>
              </a:defRPr>
            </a:lvl1pPr>
          </a:lstStyle>
          <a:p>
            <a:r>
              <a:rPr lang="zh-CN" altLang="en-US" dirty="0"/>
              <a:t>单击此处编辑母版标题样式</a:t>
            </a:r>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11"/>
            <p:custDataLst>
              <p:tags r:id="rId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24" name="署名占位符 10"/>
          <p:cNvSpPr>
            <a:spLocks noGrp="1"/>
          </p:cNvSpPr>
          <p:nvPr>
            <p:ph type="body" sz="quarter" idx="17" hasCustomPrompt="1"/>
            <p:custDataLst>
              <p:tags r:id="rId9"/>
            </p:custDataLst>
          </p:nvPr>
        </p:nvSpPr>
        <p:spPr>
          <a:xfrm>
            <a:off x="838200" y="4314825"/>
            <a:ext cx="10515600" cy="485776"/>
          </a:xfrm>
        </p:spPr>
        <p:txBody>
          <a:bodyPr wrap="square" anchor="t">
            <a:normAutofit/>
          </a:bodyPr>
          <a:lstStyle>
            <a:lvl1pPr marL="0" indent="0" algn="ctr">
              <a:lnSpc>
                <a:spcPct val="100000"/>
              </a:lnSpc>
              <a:buNone/>
              <a:defRPr sz="1800">
                <a:solidFill>
                  <a:schemeClr val="lt1">
                    <a:lumMod val="100000"/>
                  </a:schemeClr>
                </a:solidFill>
              </a:defRPr>
            </a:lvl1pPr>
          </a:lstStyle>
          <a:p>
            <a:pPr lvl="0"/>
            <a:r>
              <a:rPr lang="zh-CN" altLang="en-US" dirty="0"/>
              <a:t>署名</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pic>
        <p:nvPicPr>
          <p:cNvPr id="6" name="图片 5" descr="C:/Users/ADMIN/AppData/Local/Temp/fig2wpp/@png2x_bg-2558&amp;1200.png"/>
          <p:cNvPicPr>
            <a:picLocks noChangeAspect="1"/>
          </p:cNvPicPr>
          <p:nvPr>
            <p:custDataLst>
              <p:tags r:id="rId1"/>
            </p:custDataLst>
          </p:nvPr>
        </p:nvPicPr>
        <p:blipFill>
          <a:blip r:embed="rId9" r:link="rId10"/>
          <a:stretch>
            <a:fillRect/>
          </a:stretch>
        </p:blipFill>
        <p:spPr>
          <a:xfrm>
            <a:off x="0" y="0"/>
            <a:ext cx="12192000" cy="6858000"/>
          </a:xfrm>
          <a:prstGeom prst="rect">
            <a:avLst/>
          </a:prstGeom>
        </p:spPr>
      </p:pic>
      <p:sp>
        <p:nvSpPr>
          <p:cNvPr id="4" name="矩形 3"/>
          <p:cNvSpPr/>
          <p:nvPr>
            <p:custDataLst>
              <p:tags r:id="rId2"/>
            </p:custDataLst>
          </p:nvPr>
        </p:nvSpPr>
        <p:spPr>
          <a:xfrm>
            <a:off x="318" y="0"/>
            <a:ext cx="12191365" cy="2590165"/>
          </a:xfrm>
          <a:prstGeom prst="rect">
            <a:avLst/>
          </a:prstGeom>
          <a:gradFill>
            <a:gsLst>
              <a:gs pos="0">
                <a:schemeClr val="accent1">
                  <a:lumMod val="75000"/>
                  <a:alpha val="100000"/>
                </a:schemeClr>
              </a:gs>
              <a:gs pos="100000">
                <a:schemeClr val="accent1">
                  <a:lumMod val="50000"/>
                  <a:alpha val="10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1" name="Freeform 14"/>
          <p:cNvSpPr/>
          <p:nvPr>
            <p:custDataLst>
              <p:tags r:id="rId3"/>
            </p:custDataLst>
          </p:nvPr>
        </p:nvSpPr>
        <p:spPr bwMode="auto">
          <a:xfrm>
            <a:off x="1067228" y="583261"/>
            <a:ext cx="10057544" cy="1423642"/>
          </a:xfrm>
          <a:custGeom>
            <a:avLst/>
            <a:gdLst>
              <a:gd name="T0" fmla="*/ 4307 w 26397"/>
              <a:gd name="T1" fmla="*/ 1872 h 3739"/>
              <a:gd name="T2" fmla="*/ 5825 w 26397"/>
              <a:gd name="T3" fmla="*/ 2693 h 3739"/>
              <a:gd name="T4" fmla="*/ 5186 w 26397"/>
              <a:gd name="T5" fmla="*/ 754 h 3739"/>
              <a:gd name="T6" fmla="*/ 23302 w 26397"/>
              <a:gd name="T7" fmla="*/ 818 h 3739"/>
              <a:gd name="T8" fmla="*/ 21490 w 26397"/>
              <a:gd name="T9" fmla="*/ 3675 h 3739"/>
              <a:gd name="T10" fmla="*/ 20478 w 26397"/>
              <a:gd name="T11" fmla="*/ 64 h 3739"/>
              <a:gd name="T12" fmla="*/ 19218 w 26397"/>
              <a:gd name="T13" fmla="*/ 2194 h 3739"/>
              <a:gd name="T14" fmla="*/ 20050 w 26397"/>
              <a:gd name="T15" fmla="*/ 64 h 3739"/>
              <a:gd name="T16" fmla="*/ 17870 w 26397"/>
              <a:gd name="T17" fmla="*/ 1545 h 3739"/>
              <a:gd name="T18" fmla="*/ 17037 w 26397"/>
              <a:gd name="T19" fmla="*/ 3675 h 3739"/>
              <a:gd name="T20" fmla="*/ 16510 w 26397"/>
              <a:gd name="T21" fmla="*/ 64 h 3739"/>
              <a:gd name="T22" fmla="*/ 14886 w 26397"/>
              <a:gd name="T23" fmla="*/ 1476 h 3739"/>
              <a:gd name="T24" fmla="*/ 14886 w 26397"/>
              <a:gd name="T25" fmla="*/ 2208 h 3739"/>
              <a:gd name="T26" fmla="*/ 16565 w 26397"/>
              <a:gd name="T27" fmla="*/ 3675 h 3739"/>
              <a:gd name="T28" fmla="*/ 10830 w 26397"/>
              <a:gd name="T29" fmla="*/ 64 h 3739"/>
              <a:gd name="T30" fmla="*/ 12647 w 26397"/>
              <a:gd name="T31" fmla="*/ 818 h 3739"/>
              <a:gd name="T32" fmla="*/ 11842 w 26397"/>
              <a:gd name="T33" fmla="*/ 818 h 3739"/>
              <a:gd name="T34" fmla="*/ 7389 w 26397"/>
              <a:gd name="T35" fmla="*/ 64 h 3739"/>
              <a:gd name="T36" fmla="*/ 9597 w 26397"/>
              <a:gd name="T37" fmla="*/ 2194 h 3739"/>
              <a:gd name="T38" fmla="*/ 10402 w 26397"/>
              <a:gd name="T39" fmla="*/ 3675 h 3739"/>
              <a:gd name="T40" fmla="*/ 8194 w 26397"/>
              <a:gd name="T41" fmla="*/ 1545 h 3739"/>
              <a:gd name="T42" fmla="*/ 7389 w 26397"/>
              <a:gd name="T43" fmla="*/ 64 h 3739"/>
              <a:gd name="T44" fmla="*/ 25707 w 26397"/>
              <a:gd name="T45" fmla="*/ 1177 h 3739"/>
              <a:gd name="T46" fmla="*/ 24619 w 26397"/>
              <a:gd name="T47" fmla="*/ 828 h 3739"/>
              <a:gd name="T48" fmla="*/ 24737 w 26397"/>
              <a:gd name="T49" fmla="*/ 1389 h 3739"/>
              <a:gd name="T50" fmla="*/ 26199 w 26397"/>
              <a:gd name="T51" fmla="*/ 2042 h 3739"/>
              <a:gd name="T52" fmla="*/ 25698 w 26397"/>
              <a:gd name="T53" fmla="*/ 3597 h 3739"/>
              <a:gd name="T54" fmla="*/ 23513 w 26397"/>
              <a:gd name="T55" fmla="*/ 2847 h 3739"/>
              <a:gd name="T56" fmla="*/ 24967 w 26397"/>
              <a:gd name="T57" fmla="*/ 3008 h 3739"/>
              <a:gd name="T58" fmla="*/ 25500 w 26397"/>
              <a:gd name="T59" fmla="*/ 2479 h 3739"/>
              <a:gd name="T60" fmla="*/ 24251 w 26397"/>
              <a:gd name="T61" fmla="*/ 1996 h 3739"/>
              <a:gd name="T62" fmla="*/ 23819 w 26397"/>
              <a:gd name="T63" fmla="*/ 531 h 3739"/>
              <a:gd name="T64" fmla="*/ 5186 w 26397"/>
              <a:gd name="T65" fmla="*/ 0 h 3739"/>
              <a:gd name="T66" fmla="*/ 6883 w 26397"/>
              <a:gd name="T67" fmla="*/ 1872 h 3739"/>
              <a:gd name="T68" fmla="*/ 5186 w 26397"/>
              <a:gd name="T69" fmla="*/ 3739 h 3739"/>
              <a:gd name="T70" fmla="*/ 3484 w 26397"/>
              <a:gd name="T71" fmla="*/ 1872 h 3739"/>
              <a:gd name="T72" fmla="*/ 5186 w 26397"/>
              <a:gd name="T73" fmla="*/ 0 h 3739"/>
              <a:gd name="T74" fmla="*/ 3119 w 26397"/>
              <a:gd name="T75" fmla="*/ 892 h 3739"/>
              <a:gd name="T76" fmla="*/ 1716 w 26397"/>
              <a:gd name="T77" fmla="*/ 754 h 3739"/>
              <a:gd name="T78" fmla="*/ 828 w 26397"/>
              <a:gd name="T79" fmla="*/ 1853 h 3739"/>
              <a:gd name="T80" fmla="*/ 1716 w 26397"/>
              <a:gd name="T81" fmla="*/ 2985 h 3739"/>
              <a:gd name="T82" fmla="*/ 3128 w 26397"/>
              <a:gd name="T83" fmla="*/ 2847 h 3739"/>
              <a:gd name="T84" fmla="*/ 828 w 26397"/>
              <a:gd name="T85" fmla="*/ 3505 h 3739"/>
              <a:gd name="T86" fmla="*/ 221 w 26397"/>
              <a:gd name="T87" fmla="*/ 881 h 3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397" h="3739">
                <a:moveTo>
                  <a:pt x="5186" y="754"/>
                </a:moveTo>
                <a:cubicBezTo>
                  <a:pt x="4913" y="754"/>
                  <a:pt x="4698" y="852"/>
                  <a:pt x="4542" y="1048"/>
                </a:cubicBezTo>
                <a:cubicBezTo>
                  <a:pt x="4386" y="1245"/>
                  <a:pt x="4307" y="1519"/>
                  <a:pt x="4307" y="1872"/>
                </a:cubicBezTo>
                <a:cubicBezTo>
                  <a:pt x="4307" y="2224"/>
                  <a:pt x="4386" y="2498"/>
                  <a:pt x="4542" y="2693"/>
                </a:cubicBezTo>
                <a:cubicBezTo>
                  <a:pt x="4698" y="2888"/>
                  <a:pt x="4913" y="2985"/>
                  <a:pt x="5186" y="2985"/>
                </a:cubicBezTo>
                <a:cubicBezTo>
                  <a:pt x="5456" y="2985"/>
                  <a:pt x="5669" y="2888"/>
                  <a:pt x="5825" y="2693"/>
                </a:cubicBezTo>
                <a:cubicBezTo>
                  <a:pt x="5982" y="2498"/>
                  <a:pt x="6060" y="2224"/>
                  <a:pt x="6060" y="1872"/>
                </a:cubicBezTo>
                <a:cubicBezTo>
                  <a:pt x="6060" y="1519"/>
                  <a:pt x="5983" y="1245"/>
                  <a:pt x="5828" y="1048"/>
                </a:cubicBezTo>
                <a:cubicBezTo>
                  <a:pt x="5673" y="852"/>
                  <a:pt x="5459" y="754"/>
                  <a:pt x="5186" y="754"/>
                </a:cubicBezTo>
                <a:close/>
                <a:moveTo>
                  <a:pt x="20478" y="64"/>
                </a:moveTo>
                <a:lnTo>
                  <a:pt x="23302" y="64"/>
                </a:lnTo>
                <a:lnTo>
                  <a:pt x="23302" y="818"/>
                </a:lnTo>
                <a:lnTo>
                  <a:pt x="22295" y="818"/>
                </a:lnTo>
                <a:lnTo>
                  <a:pt x="22295" y="3675"/>
                </a:lnTo>
                <a:lnTo>
                  <a:pt x="21490" y="3675"/>
                </a:lnTo>
                <a:lnTo>
                  <a:pt x="21490" y="818"/>
                </a:lnTo>
                <a:lnTo>
                  <a:pt x="20478" y="818"/>
                </a:lnTo>
                <a:lnTo>
                  <a:pt x="20478" y="64"/>
                </a:lnTo>
                <a:close/>
                <a:moveTo>
                  <a:pt x="17037" y="64"/>
                </a:moveTo>
                <a:lnTo>
                  <a:pt x="17778" y="64"/>
                </a:lnTo>
                <a:lnTo>
                  <a:pt x="19218" y="2194"/>
                </a:lnTo>
                <a:lnTo>
                  <a:pt x="19245" y="2194"/>
                </a:lnTo>
                <a:lnTo>
                  <a:pt x="19245" y="64"/>
                </a:lnTo>
                <a:lnTo>
                  <a:pt x="20050" y="64"/>
                </a:lnTo>
                <a:lnTo>
                  <a:pt x="20050" y="3675"/>
                </a:lnTo>
                <a:lnTo>
                  <a:pt x="19351" y="3675"/>
                </a:lnTo>
                <a:lnTo>
                  <a:pt x="17870" y="1545"/>
                </a:lnTo>
                <a:lnTo>
                  <a:pt x="17842" y="1545"/>
                </a:lnTo>
                <a:lnTo>
                  <a:pt x="17842" y="3675"/>
                </a:lnTo>
                <a:lnTo>
                  <a:pt x="17037" y="3675"/>
                </a:lnTo>
                <a:lnTo>
                  <a:pt x="17037" y="64"/>
                </a:lnTo>
                <a:close/>
                <a:moveTo>
                  <a:pt x="14081" y="64"/>
                </a:moveTo>
                <a:lnTo>
                  <a:pt x="16510" y="64"/>
                </a:lnTo>
                <a:lnTo>
                  <a:pt x="16510" y="795"/>
                </a:lnTo>
                <a:lnTo>
                  <a:pt x="14886" y="795"/>
                </a:lnTo>
                <a:lnTo>
                  <a:pt x="14886" y="1476"/>
                </a:lnTo>
                <a:lnTo>
                  <a:pt x="16423" y="1476"/>
                </a:lnTo>
                <a:lnTo>
                  <a:pt x="16423" y="2208"/>
                </a:lnTo>
                <a:lnTo>
                  <a:pt x="14886" y="2208"/>
                </a:lnTo>
                <a:lnTo>
                  <a:pt x="14886" y="2944"/>
                </a:lnTo>
                <a:lnTo>
                  <a:pt x="16565" y="2944"/>
                </a:lnTo>
                <a:lnTo>
                  <a:pt x="16565" y="3675"/>
                </a:lnTo>
                <a:lnTo>
                  <a:pt x="14081" y="3675"/>
                </a:lnTo>
                <a:lnTo>
                  <a:pt x="14081" y="64"/>
                </a:lnTo>
                <a:close/>
                <a:moveTo>
                  <a:pt x="10830" y="64"/>
                </a:moveTo>
                <a:lnTo>
                  <a:pt x="13654" y="64"/>
                </a:lnTo>
                <a:lnTo>
                  <a:pt x="13654" y="818"/>
                </a:lnTo>
                <a:lnTo>
                  <a:pt x="12647" y="818"/>
                </a:lnTo>
                <a:lnTo>
                  <a:pt x="12647" y="3675"/>
                </a:lnTo>
                <a:lnTo>
                  <a:pt x="11842" y="3675"/>
                </a:lnTo>
                <a:lnTo>
                  <a:pt x="11842" y="818"/>
                </a:lnTo>
                <a:lnTo>
                  <a:pt x="10830" y="818"/>
                </a:lnTo>
                <a:lnTo>
                  <a:pt x="10830" y="64"/>
                </a:lnTo>
                <a:close/>
                <a:moveTo>
                  <a:pt x="7389" y="64"/>
                </a:moveTo>
                <a:lnTo>
                  <a:pt x="8130" y="64"/>
                </a:lnTo>
                <a:lnTo>
                  <a:pt x="9570" y="2194"/>
                </a:lnTo>
                <a:lnTo>
                  <a:pt x="9597" y="2194"/>
                </a:lnTo>
                <a:lnTo>
                  <a:pt x="9597" y="64"/>
                </a:lnTo>
                <a:lnTo>
                  <a:pt x="10402" y="64"/>
                </a:lnTo>
                <a:lnTo>
                  <a:pt x="10402" y="3675"/>
                </a:lnTo>
                <a:lnTo>
                  <a:pt x="9703" y="3675"/>
                </a:lnTo>
                <a:lnTo>
                  <a:pt x="8222" y="1545"/>
                </a:lnTo>
                <a:lnTo>
                  <a:pt x="8194" y="1545"/>
                </a:lnTo>
                <a:lnTo>
                  <a:pt x="8194" y="3675"/>
                </a:lnTo>
                <a:lnTo>
                  <a:pt x="7389" y="3675"/>
                </a:lnTo>
                <a:lnTo>
                  <a:pt x="7389" y="64"/>
                </a:lnTo>
                <a:close/>
                <a:moveTo>
                  <a:pt x="25013" y="0"/>
                </a:moveTo>
                <a:cubicBezTo>
                  <a:pt x="25657" y="0"/>
                  <a:pt x="26118" y="283"/>
                  <a:pt x="26397" y="851"/>
                </a:cubicBezTo>
                <a:lnTo>
                  <a:pt x="25707" y="1177"/>
                </a:lnTo>
                <a:cubicBezTo>
                  <a:pt x="25628" y="1018"/>
                  <a:pt x="25530" y="903"/>
                  <a:pt x="25415" y="832"/>
                </a:cubicBezTo>
                <a:cubicBezTo>
                  <a:pt x="25300" y="762"/>
                  <a:pt x="25163" y="726"/>
                  <a:pt x="25003" y="726"/>
                </a:cubicBezTo>
                <a:cubicBezTo>
                  <a:pt x="24853" y="726"/>
                  <a:pt x="24725" y="760"/>
                  <a:pt x="24619" y="828"/>
                </a:cubicBezTo>
                <a:cubicBezTo>
                  <a:pt x="24514" y="895"/>
                  <a:pt x="24461" y="979"/>
                  <a:pt x="24461" y="1081"/>
                </a:cubicBezTo>
                <a:cubicBezTo>
                  <a:pt x="24461" y="1151"/>
                  <a:pt x="24482" y="1210"/>
                  <a:pt x="24525" y="1258"/>
                </a:cubicBezTo>
                <a:cubicBezTo>
                  <a:pt x="24568" y="1305"/>
                  <a:pt x="24639" y="1349"/>
                  <a:pt x="24737" y="1389"/>
                </a:cubicBezTo>
                <a:cubicBezTo>
                  <a:pt x="24835" y="1429"/>
                  <a:pt x="24977" y="1473"/>
                  <a:pt x="25164" y="1522"/>
                </a:cubicBezTo>
                <a:cubicBezTo>
                  <a:pt x="25407" y="1587"/>
                  <a:pt x="25609" y="1653"/>
                  <a:pt x="25772" y="1720"/>
                </a:cubicBezTo>
                <a:cubicBezTo>
                  <a:pt x="25934" y="1787"/>
                  <a:pt x="26077" y="1895"/>
                  <a:pt x="26199" y="2042"/>
                </a:cubicBezTo>
                <a:cubicBezTo>
                  <a:pt x="26322" y="2189"/>
                  <a:pt x="26383" y="2382"/>
                  <a:pt x="26383" y="2622"/>
                </a:cubicBezTo>
                <a:cubicBezTo>
                  <a:pt x="26383" y="2842"/>
                  <a:pt x="26323" y="3037"/>
                  <a:pt x="26202" y="3206"/>
                </a:cubicBezTo>
                <a:cubicBezTo>
                  <a:pt x="26081" y="3374"/>
                  <a:pt x="25913" y="3505"/>
                  <a:pt x="25698" y="3597"/>
                </a:cubicBezTo>
                <a:cubicBezTo>
                  <a:pt x="25483" y="3689"/>
                  <a:pt x="25238" y="3735"/>
                  <a:pt x="24962" y="3735"/>
                </a:cubicBezTo>
                <a:cubicBezTo>
                  <a:pt x="24625" y="3735"/>
                  <a:pt x="24330" y="3654"/>
                  <a:pt x="24079" y="3491"/>
                </a:cubicBezTo>
                <a:cubicBezTo>
                  <a:pt x="23827" y="3328"/>
                  <a:pt x="23639" y="3114"/>
                  <a:pt x="23513" y="2847"/>
                </a:cubicBezTo>
                <a:lnTo>
                  <a:pt x="24212" y="2525"/>
                </a:lnTo>
                <a:cubicBezTo>
                  <a:pt x="24277" y="2684"/>
                  <a:pt x="24375" y="2805"/>
                  <a:pt x="24507" y="2886"/>
                </a:cubicBezTo>
                <a:cubicBezTo>
                  <a:pt x="24639" y="2967"/>
                  <a:pt x="24792" y="3008"/>
                  <a:pt x="24967" y="3008"/>
                </a:cubicBezTo>
                <a:cubicBezTo>
                  <a:pt x="25148" y="3008"/>
                  <a:pt x="25292" y="2977"/>
                  <a:pt x="25399" y="2914"/>
                </a:cubicBezTo>
                <a:cubicBezTo>
                  <a:pt x="25506" y="2851"/>
                  <a:pt x="25560" y="2767"/>
                  <a:pt x="25560" y="2663"/>
                </a:cubicBezTo>
                <a:cubicBezTo>
                  <a:pt x="25560" y="2589"/>
                  <a:pt x="25540" y="2528"/>
                  <a:pt x="25500" y="2479"/>
                </a:cubicBezTo>
                <a:cubicBezTo>
                  <a:pt x="25460" y="2430"/>
                  <a:pt x="25391" y="2384"/>
                  <a:pt x="25293" y="2341"/>
                </a:cubicBezTo>
                <a:cubicBezTo>
                  <a:pt x="25195" y="2298"/>
                  <a:pt x="25053" y="2251"/>
                  <a:pt x="24865" y="2198"/>
                </a:cubicBezTo>
                <a:cubicBezTo>
                  <a:pt x="24617" y="2131"/>
                  <a:pt x="24412" y="2063"/>
                  <a:pt x="24251" y="1996"/>
                </a:cubicBezTo>
                <a:cubicBezTo>
                  <a:pt x="24090" y="1929"/>
                  <a:pt x="23948" y="1822"/>
                  <a:pt x="23824" y="1676"/>
                </a:cubicBezTo>
                <a:cubicBezTo>
                  <a:pt x="23699" y="1531"/>
                  <a:pt x="23637" y="1338"/>
                  <a:pt x="23637" y="1099"/>
                </a:cubicBezTo>
                <a:cubicBezTo>
                  <a:pt x="23637" y="887"/>
                  <a:pt x="23698" y="698"/>
                  <a:pt x="23819" y="531"/>
                </a:cubicBezTo>
                <a:cubicBezTo>
                  <a:pt x="23940" y="364"/>
                  <a:pt x="24106" y="233"/>
                  <a:pt x="24316" y="140"/>
                </a:cubicBezTo>
                <a:cubicBezTo>
                  <a:pt x="24526" y="46"/>
                  <a:pt x="24758" y="0"/>
                  <a:pt x="25013" y="0"/>
                </a:cubicBezTo>
                <a:close/>
                <a:moveTo>
                  <a:pt x="5186" y="0"/>
                </a:moveTo>
                <a:cubicBezTo>
                  <a:pt x="5533" y="0"/>
                  <a:pt x="5833" y="74"/>
                  <a:pt x="6088" y="223"/>
                </a:cubicBezTo>
                <a:cubicBezTo>
                  <a:pt x="6342" y="371"/>
                  <a:pt x="6538" y="586"/>
                  <a:pt x="6676" y="867"/>
                </a:cubicBezTo>
                <a:cubicBezTo>
                  <a:pt x="6814" y="1147"/>
                  <a:pt x="6883" y="1482"/>
                  <a:pt x="6883" y="1872"/>
                </a:cubicBezTo>
                <a:cubicBezTo>
                  <a:pt x="6883" y="2258"/>
                  <a:pt x="6814" y="2592"/>
                  <a:pt x="6676" y="2872"/>
                </a:cubicBezTo>
                <a:cubicBezTo>
                  <a:pt x="6538" y="3153"/>
                  <a:pt x="6342" y="3368"/>
                  <a:pt x="6088" y="3516"/>
                </a:cubicBezTo>
                <a:cubicBezTo>
                  <a:pt x="5833" y="3665"/>
                  <a:pt x="5533" y="3739"/>
                  <a:pt x="5186" y="3739"/>
                </a:cubicBezTo>
                <a:cubicBezTo>
                  <a:pt x="4836" y="3739"/>
                  <a:pt x="4534" y="3665"/>
                  <a:pt x="4280" y="3516"/>
                </a:cubicBezTo>
                <a:cubicBezTo>
                  <a:pt x="4025" y="3368"/>
                  <a:pt x="3829" y="3153"/>
                  <a:pt x="3691" y="2872"/>
                </a:cubicBezTo>
                <a:cubicBezTo>
                  <a:pt x="3553" y="2592"/>
                  <a:pt x="3484" y="2258"/>
                  <a:pt x="3484" y="1872"/>
                </a:cubicBezTo>
                <a:cubicBezTo>
                  <a:pt x="3484" y="1482"/>
                  <a:pt x="3553" y="1147"/>
                  <a:pt x="3691" y="867"/>
                </a:cubicBezTo>
                <a:cubicBezTo>
                  <a:pt x="3829" y="586"/>
                  <a:pt x="4025" y="371"/>
                  <a:pt x="4280" y="223"/>
                </a:cubicBezTo>
                <a:cubicBezTo>
                  <a:pt x="4534" y="74"/>
                  <a:pt x="4836" y="0"/>
                  <a:pt x="5186" y="0"/>
                </a:cubicBezTo>
                <a:close/>
                <a:moveTo>
                  <a:pt x="1762" y="0"/>
                </a:moveTo>
                <a:cubicBezTo>
                  <a:pt x="2081" y="0"/>
                  <a:pt x="2354" y="79"/>
                  <a:pt x="2581" y="237"/>
                </a:cubicBezTo>
                <a:cubicBezTo>
                  <a:pt x="2808" y="394"/>
                  <a:pt x="2987" y="613"/>
                  <a:pt x="3119" y="892"/>
                </a:cubicBezTo>
                <a:lnTo>
                  <a:pt x="2406" y="1209"/>
                </a:lnTo>
                <a:cubicBezTo>
                  <a:pt x="2341" y="1059"/>
                  <a:pt x="2249" y="946"/>
                  <a:pt x="2128" y="869"/>
                </a:cubicBezTo>
                <a:cubicBezTo>
                  <a:pt x="2006" y="792"/>
                  <a:pt x="1869" y="754"/>
                  <a:pt x="1716" y="754"/>
                </a:cubicBezTo>
                <a:cubicBezTo>
                  <a:pt x="1541" y="754"/>
                  <a:pt x="1387" y="799"/>
                  <a:pt x="1254" y="890"/>
                </a:cubicBezTo>
                <a:cubicBezTo>
                  <a:pt x="1120" y="980"/>
                  <a:pt x="1016" y="1108"/>
                  <a:pt x="941" y="1274"/>
                </a:cubicBezTo>
                <a:cubicBezTo>
                  <a:pt x="866" y="1439"/>
                  <a:pt x="828" y="1633"/>
                  <a:pt x="828" y="1853"/>
                </a:cubicBezTo>
                <a:cubicBezTo>
                  <a:pt x="828" y="2080"/>
                  <a:pt x="866" y="2279"/>
                  <a:pt x="941" y="2449"/>
                </a:cubicBezTo>
                <a:cubicBezTo>
                  <a:pt x="1016" y="2619"/>
                  <a:pt x="1120" y="2751"/>
                  <a:pt x="1254" y="2845"/>
                </a:cubicBezTo>
                <a:cubicBezTo>
                  <a:pt x="1387" y="2938"/>
                  <a:pt x="1541" y="2985"/>
                  <a:pt x="1716" y="2985"/>
                </a:cubicBezTo>
                <a:cubicBezTo>
                  <a:pt x="1863" y="2985"/>
                  <a:pt x="1996" y="2946"/>
                  <a:pt x="2114" y="2868"/>
                </a:cubicBezTo>
                <a:cubicBezTo>
                  <a:pt x="2232" y="2790"/>
                  <a:pt x="2332" y="2677"/>
                  <a:pt x="2415" y="2530"/>
                </a:cubicBezTo>
                <a:lnTo>
                  <a:pt x="3128" y="2847"/>
                </a:lnTo>
                <a:cubicBezTo>
                  <a:pt x="2993" y="3132"/>
                  <a:pt x="2804" y="3352"/>
                  <a:pt x="2560" y="3507"/>
                </a:cubicBezTo>
                <a:cubicBezTo>
                  <a:pt x="2316" y="3662"/>
                  <a:pt x="2036" y="3739"/>
                  <a:pt x="1720" y="3739"/>
                </a:cubicBezTo>
                <a:cubicBezTo>
                  <a:pt x="1386" y="3739"/>
                  <a:pt x="1089" y="3661"/>
                  <a:pt x="828" y="3505"/>
                </a:cubicBezTo>
                <a:cubicBezTo>
                  <a:pt x="567" y="3348"/>
                  <a:pt x="364" y="3127"/>
                  <a:pt x="219" y="2840"/>
                </a:cubicBezTo>
                <a:cubicBezTo>
                  <a:pt x="73" y="2553"/>
                  <a:pt x="0" y="2224"/>
                  <a:pt x="0" y="1853"/>
                </a:cubicBezTo>
                <a:cubicBezTo>
                  <a:pt x="0" y="1485"/>
                  <a:pt x="74" y="1161"/>
                  <a:pt x="221" y="881"/>
                </a:cubicBezTo>
                <a:cubicBezTo>
                  <a:pt x="368" y="600"/>
                  <a:pt x="575" y="383"/>
                  <a:pt x="842" y="230"/>
                </a:cubicBezTo>
                <a:cubicBezTo>
                  <a:pt x="1109" y="76"/>
                  <a:pt x="1415" y="0"/>
                  <a:pt x="1762"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p>
            <a:pPr lvl="0"/>
            <a:endParaRPr lang="zh-CN" altLang="en-US"/>
          </a:p>
        </p:txBody>
      </p:sp>
      <p:sp>
        <p:nvSpPr>
          <p:cNvPr id="2" name="标题 1"/>
          <p:cNvSpPr>
            <a:spLocks noGrp="1"/>
          </p:cNvSpPr>
          <p:nvPr>
            <p:ph type="title" hasCustomPrompt="1"/>
            <p:custDataLst>
              <p:tags r:id="rId4"/>
            </p:custDataLst>
          </p:nvPr>
        </p:nvSpPr>
        <p:spPr>
          <a:xfrm>
            <a:off x="978853" y="678421"/>
            <a:ext cx="10252709" cy="1194589"/>
          </a:xfrm>
        </p:spPr>
        <p:txBody>
          <a:bodyPr wrap="square" anchor="ctr">
            <a:normAutofit/>
          </a:bodyPr>
          <a:lstStyle>
            <a:lvl1pPr algn="ctr">
              <a:defRPr sz="6000">
                <a:solidFill>
                  <a:schemeClr val="lt1">
                    <a:lumMod val="100000"/>
                  </a:schemeClr>
                </a:solidFill>
                <a:latin typeface="+mj-ea"/>
                <a:ea typeface="+mj-ea"/>
              </a:defRPr>
            </a:lvl1pPr>
          </a:lstStyle>
          <a:p>
            <a:r>
              <a:rPr lang="zh-CN" altLang="en-US" dirty="0"/>
              <a:t>标题</a:t>
            </a:r>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2024/9/30</a:t>
            </a:fld>
            <a:endParaRPr lang="zh-CN" altLang="en-US"/>
          </a:p>
        </p:txBody>
      </p:sp>
      <p:sp>
        <p:nvSpPr>
          <p:cNvPr id="8" name="页脚占位符 4"/>
          <p:cNvSpPr>
            <a:spLocks noGrp="1"/>
          </p:cNvSpPr>
          <p:nvPr>
            <p:ph type="ftr" sz="quarter" idx="11"/>
            <p:custDataLst>
              <p:tags r:id="rId6"/>
            </p:custDataLst>
          </p:nvPr>
        </p:nvSpPr>
        <p:spPr/>
        <p:txBody>
          <a:bodyPr/>
          <a:lstStyle/>
          <a:p>
            <a:endParaRPr lang="zh-CN" alt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pic>
        <p:nvPicPr>
          <p:cNvPr id="9" name="图片 8" descr="C:/Users/ADMIN/AppData/Local/Temp/fig2wpp/@png2x_bg-2558&amp;1227.png"/>
          <p:cNvPicPr>
            <a:picLocks noChangeAspect="1"/>
          </p:cNvPicPr>
          <p:nvPr>
            <p:custDataLst>
              <p:tags r:id="rId1"/>
            </p:custDataLst>
          </p:nvPr>
        </p:nvPicPr>
        <p:blipFill>
          <a:blip r:embed="rId10" r:link="rId11"/>
          <a:stretch>
            <a:fillRect/>
          </a:stretch>
        </p:blipFill>
        <p:spPr>
          <a:xfrm>
            <a:off x="0" y="0"/>
            <a:ext cx="12192000" cy="6858000"/>
          </a:xfrm>
          <a:prstGeom prst="rect">
            <a:avLst/>
          </a:prstGeom>
        </p:spPr>
      </p:pic>
      <p:sp>
        <p:nvSpPr>
          <p:cNvPr id="10" name="矩形 9"/>
          <p:cNvSpPr/>
          <p:nvPr>
            <p:custDataLst>
              <p:tags r:id="rId2"/>
            </p:custDataLst>
          </p:nvPr>
        </p:nvSpPr>
        <p:spPr>
          <a:xfrm>
            <a:off x="0" y="2540"/>
            <a:ext cx="2819400" cy="6852920"/>
          </a:xfrm>
          <a:prstGeom prst="rect">
            <a:avLst/>
          </a:prstGeom>
          <a:gradFill>
            <a:gsLst>
              <a:gs pos="0">
                <a:schemeClr val="accent1">
                  <a:lumMod val="75000"/>
                  <a:alpha val="100000"/>
                </a:schemeClr>
              </a:gs>
              <a:gs pos="100000">
                <a:schemeClr val="accent1">
                  <a:lumMod val="50000"/>
                  <a:alpha val="100000"/>
                </a:schemeClr>
              </a:gs>
            </a:gsLst>
            <a:lin ang="54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7" name="Freeform 19"/>
          <p:cNvSpPr/>
          <p:nvPr>
            <p:custDataLst>
              <p:tags r:id="rId3"/>
            </p:custDataLst>
          </p:nvPr>
        </p:nvSpPr>
        <p:spPr bwMode="auto">
          <a:xfrm>
            <a:off x="894252" y="777558"/>
            <a:ext cx="1030896" cy="5302884"/>
          </a:xfrm>
          <a:custGeom>
            <a:avLst/>
            <a:gdLst>
              <a:gd name="T0" fmla="*/ 1873 w 4338"/>
              <a:gd name="T1" fmla="*/ 5116 h 22329"/>
              <a:gd name="T2" fmla="*/ 3036 w 4338"/>
              <a:gd name="T3" fmla="*/ 5559 h 22329"/>
              <a:gd name="T4" fmla="*/ 3415 w 4338"/>
              <a:gd name="T5" fmla="*/ 8926 h 22329"/>
              <a:gd name="T6" fmla="*/ 2369 w 4338"/>
              <a:gd name="T7" fmla="*/ 9353 h 22329"/>
              <a:gd name="T8" fmla="*/ 3285 w 4338"/>
              <a:gd name="T9" fmla="*/ 9996 h 22329"/>
              <a:gd name="T10" fmla="*/ 3415 w 4338"/>
              <a:gd name="T11" fmla="*/ 8926 h 22329"/>
              <a:gd name="T12" fmla="*/ 2225 w 4338"/>
              <a:gd name="T13" fmla="*/ 934 h 22329"/>
              <a:gd name="T14" fmla="*/ 2380 w 4338"/>
              <a:gd name="T15" fmla="*/ 2047 h 22329"/>
              <a:gd name="T16" fmla="*/ 3261 w 4338"/>
              <a:gd name="T17" fmla="*/ 2047 h 22329"/>
              <a:gd name="T18" fmla="*/ 3415 w 4338"/>
              <a:gd name="T19" fmla="*/ 934 h 22329"/>
              <a:gd name="T20" fmla="*/ 3135 w 4338"/>
              <a:gd name="T21" fmla="*/ 17937 h 22329"/>
              <a:gd name="T22" fmla="*/ 1201 w 4338"/>
              <a:gd name="T23" fmla="*/ 17937 h 22329"/>
              <a:gd name="T24" fmla="*/ 1201 w 4338"/>
              <a:gd name="T25" fmla="*/ 18863 h 22329"/>
              <a:gd name="T26" fmla="*/ 3135 w 4338"/>
              <a:gd name="T27" fmla="*/ 18863 h 22329"/>
              <a:gd name="T28" fmla="*/ 4264 w 4338"/>
              <a:gd name="T29" fmla="*/ 21545 h 22329"/>
              <a:gd name="T30" fmla="*/ 75 w 4338"/>
              <a:gd name="T31" fmla="*/ 22329 h 22329"/>
              <a:gd name="T32" fmla="*/ 3218 w 4338"/>
              <a:gd name="T33" fmla="*/ 21395 h 22329"/>
              <a:gd name="T34" fmla="*/ 3703 w 4338"/>
              <a:gd name="T35" fmla="*/ 20456 h 22329"/>
              <a:gd name="T36" fmla="*/ 4264 w 4338"/>
              <a:gd name="T37" fmla="*/ 11576 h 22329"/>
              <a:gd name="T38" fmla="*/ 3389 w 4338"/>
              <a:gd name="T39" fmla="*/ 14853 h 22329"/>
              <a:gd name="T40" fmla="*/ 75 w 4338"/>
              <a:gd name="T41" fmla="*/ 13684 h 22329"/>
              <a:gd name="T42" fmla="*/ 3389 w 4338"/>
              <a:gd name="T43" fmla="*/ 12750 h 22329"/>
              <a:gd name="T44" fmla="*/ 4264 w 4338"/>
              <a:gd name="T45" fmla="*/ 11576 h 22329"/>
              <a:gd name="T46" fmla="*/ 4264 w 4338"/>
              <a:gd name="T47" fmla="*/ 9486 h 22329"/>
              <a:gd name="T48" fmla="*/ 2892 w 4338"/>
              <a:gd name="T49" fmla="*/ 11173 h 22329"/>
              <a:gd name="T50" fmla="*/ 1686 w 4338"/>
              <a:gd name="T51" fmla="*/ 10442 h 22329"/>
              <a:gd name="T52" fmla="*/ 75 w 4338"/>
              <a:gd name="T53" fmla="*/ 10292 h 22329"/>
              <a:gd name="T54" fmla="*/ 1516 w 4338"/>
              <a:gd name="T55" fmla="*/ 8926 h 22329"/>
              <a:gd name="T56" fmla="*/ 75 w 4338"/>
              <a:gd name="T57" fmla="*/ 7992 h 22329"/>
              <a:gd name="T58" fmla="*/ 4264 w 4338"/>
              <a:gd name="T59" fmla="*/ 5062 h 22329"/>
              <a:gd name="T60" fmla="*/ 75 w 4338"/>
              <a:gd name="T61" fmla="*/ 7597 h 22329"/>
              <a:gd name="T62" fmla="*/ 998 w 4338"/>
              <a:gd name="T63" fmla="*/ 6279 h 22329"/>
              <a:gd name="T64" fmla="*/ 75 w 4338"/>
              <a:gd name="T65" fmla="*/ 4475 h 22329"/>
              <a:gd name="T66" fmla="*/ 4264 w 4338"/>
              <a:gd name="T67" fmla="*/ 5062 h 22329"/>
              <a:gd name="T68" fmla="*/ 4264 w 4338"/>
              <a:gd name="T69" fmla="*/ 1553 h 22329"/>
              <a:gd name="T70" fmla="*/ 3591 w 4338"/>
              <a:gd name="T71" fmla="*/ 3026 h 22329"/>
              <a:gd name="T72" fmla="*/ 1758 w 4338"/>
              <a:gd name="T73" fmla="*/ 2794 h 22329"/>
              <a:gd name="T74" fmla="*/ 1377 w 4338"/>
              <a:gd name="T75" fmla="*/ 934 h 22329"/>
              <a:gd name="T76" fmla="*/ 75 w 4338"/>
              <a:gd name="T77" fmla="*/ 0 h 22329"/>
              <a:gd name="T78" fmla="*/ 4338 w 4338"/>
              <a:gd name="T79" fmla="*/ 18398 h 22329"/>
              <a:gd name="T80" fmla="*/ 2167 w 4338"/>
              <a:gd name="T81" fmla="*/ 19978 h 22329"/>
              <a:gd name="T82" fmla="*/ 0 w 4338"/>
              <a:gd name="T83" fmla="*/ 18398 h 22329"/>
              <a:gd name="T84" fmla="*/ 2167 w 4338"/>
              <a:gd name="T85" fmla="*/ 16819 h 22329"/>
              <a:gd name="T86" fmla="*/ 4338 w 4338"/>
              <a:gd name="T87" fmla="*/ 18398 h 2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38" h="22329">
                <a:moveTo>
                  <a:pt x="3036" y="5527"/>
                </a:moveTo>
                <a:lnTo>
                  <a:pt x="1873" y="5116"/>
                </a:lnTo>
                <a:lnTo>
                  <a:pt x="1873" y="5969"/>
                </a:lnTo>
                <a:lnTo>
                  <a:pt x="3036" y="5559"/>
                </a:lnTo>
                <a:lnTo>
                  <a:pt x="3036" y="5527"/>
                </a:lnTo>
                <a:close/>
                <a:moveTo>
                  <a:pt x="3415" y="8926"/>
                </a:moveTo>
                <a:lnTo>
                  <a:pt x="2369" y="8926"/>
                </a:lnTo>
                <a:lnTo>
                  <a:pt x="2369" y="9353"/>
                </a:lnTo>
                <a:cubicBezTo>
                  <a:pt x="2369" y="9929"/>
                  <a:pt x="2544" y="10217"/>
                  <a:pt x="2892" y="10217"/>
                </a:cubicBezTo>
                <a:cubicBezTo>
                  <a:pt x="3067" y="10217"/>
                  <a:pt x="3197" y="10144"/>
                  <a:pt x="3285" y="9996"/>
                </a:cubicBezTo>
                <a:cubicBezTo>
                  <a:pt x="3372" y="9848"/>
                  <a:pt x="3415" y="9634"/>
                  <a:pt x="3415" y="9353"/>
                </a:cubicBezTo>
                <a:lnTo>
                  <a:pt x="3415" y="8926"/>
                </a:lnTo>
                <a:close/>
                <a:moveTo>
                  <a:pt x="3415" y="934"/>
                </a:moveTo>
                <a:lnTo>
                  <a:pt x="2225" y="934"/>
                </a:lnTo>
                <a:lnTo>
                  <a:pt x="2225" y="1414"/>
                </a:lnTo>
                <a:cubicBezTo>
                  <a:pt x="2225" y="1685"/>
                  <a:pt x="2277" y="1895"/>
                  <a:pt x="2380" y="2047"/>
                </a:cubicBezTo>
                <a:cubicBezTo>
                  <a:pt x="2483" y="2198"/>
                  <a:pt x="2629" y="2273"/>
                  <a:pt x="2818" y="2273"/>
                </a:cubicBezTo>
                <a:cubicBezTo>
                  <a:pt x="3010" y="2273"/>
                  <a:pt x="3157" y="2198"/>
                  <a:pt x="3261" y="2047"/>
                </a:cubicBezTo>
                <a:cubicBezTo>
                  <a:pt x="3364" y="1895"/>
                  <a:pt x="3415" y="1685"/>
                  <a:pt x="3415" y="1414"/>
                </a:cubicBezTo>
                <a:lnTo>
                  <a:pt x="3415" y="934"/>
                </a:lnTo>
                <a:close/>
                <a:moveTo>
                  <a:pt x="3463" y="18398"/>
                </a:moveTo>
                <a:cubicBezTo>
                  <a:pt x="3463" y="18199"/>
                  <a:pt x="3354" y="18045"/>
                  <a:pt x="3135" y="17937"/>
                </a:cubicBezTo>
                <a:cubicBezTo>
                  <a:pt x="2916" y="17828"/>
                  <a:pt x="2594" y="17774"/>
                  <a:pt x="2167" y="17774"/>
                </a:cubicBezTo>
                <a:cubicBezTo>
                  <a:pt x="1740" y="17774"/>
                  <a:pt x="1418" y="17828"/>
                  <a:pt x="1201" y="17937"/>
                </a:cubicBezTo>
                <a:cubicBezTo>
                  <a:pt x="984" y="18045"/>
                  <a:pt x="875" y="18199"/>
                  <a:pt x="875" y="18398"/>
                </a:cubicBezTo>
                <a:cubicBezTo>
                  <a:pt x="875" y="18601"/>
                  <a:pt x="984" y="18756"/>
                  <a:pt x="1201" y="18863"/>
                </a:cubicBezTo>
                <a:cubicBezTo>
                  <a:pt x="1418" y="18969"/>
                  <a:pt x="1740" y="19023"/>
                  <a:pt x="2167" y="19023"/>
                </a:cubicBezTo>
                <a:cubicBezTo>
                  <a:pt x="2594" y="19023"/>
                  <a:pt x="2916" y="18969"/>
                  <a:pt x="3135" y="18863"/>
                </a:cubicBezTo>
                <a:cubicBezTo>
                  <a:pt x="3354" y="18756"/>
                  <a:pt x="3463" y="18601"/>
                  <a:pt x="3463" y="18398"/>
                </a:cubicBezTo>
                <a:close/>
                <a:moveTo>
                  <a:pt x="4264" y="21545"/>
                </a:moveTo>
                <a:lnTo>
                  <a:pt x="4264" y="22329"/>
                </a:lnTo>
                <a:lnTo>
                  <a:pt x="75" y="22329"/>
                </a:lnTo>
                <a:lnTo>
                  <a:pt x="75" y="21395"/>
                </a:lnTo>
                <a:lnTo>
                  <a:pt x="3218" y="21395"/>
                </a:lnTo>
                <a:lnTo>
                  <a:pt x="2732" y="20456"/>
                </a:lnTo>
                <a:lnTo>
                  <a:pt x="3703" y="20456"/>
                </a:lnTo>
                <a:lnTo>
                  <a:pt x="4264" y="21545"/>
                </a:lnTo>
                <a:close/>
                <a:moveTo>
                  <a:pt x="4264" y="11576"/>
                </a:moveTo>
                <a:lnTo>
                  <a:pt x="4264" y="14853"/>
                </a:lnTo>
                <a:lnTo>
                  <a:pt x="3389" y="14853"/>
                </a:lnTo>
                <a:lnTo>
                  <a:pt x="3389" y="13684"/>
                </a:lnTo>
                <a:lnTo>
                  <a:pt x="75" y="13684"/>
                </a:lnTo>
                <a:lnTo>
                  <a:pt x="75" y="12750"/>
                </a:lnTo>
                <a:lnTo>
                  <a:pt x="3389" y="12750"/>
                </a:lnTo>
                <a:lnTo>
                  <a:pt x="3389" y="11576"/>
                </a:lnTo>
                <a:lnTo>
                  <a:pt x="4264" y="11576"/>
                </a:lnTo>
                <a:close/>
                <a:moveTo>
                  <a:pt x="4264" y="7992"/>
                </a:moveTo>
                <a:lnTo>
                  <a:pt x="4264" y="9486"/>
                </a:lnTo>
                <a:cubicBezTo>
                  <a:pt x="4264" y="10020"/>
                  <a:pt x="4143" y="10434"/>
                  <a:pt x="3901" y="10730"/>
                </a:cubicBezTo>
                <a:cubicBezTo>
                  <a:pt x="3659" y="11025"/>
                  <a:pt x="3323" y="11173"/>
                  <a:pt x="2892" y="11173"/>
                </a:cubicBezTo>
                <a:cubicBezTo>
                  <a:pt x="2608" y="11173"/>
                  <a:pt x="2363" y="11109"/>
                  <a:pt x="2159" y="10983"/>
                </a:cubicBezTo>
                <a:cubicBezTo>
                  <a:pt x="1954" y="10857"/>
                  <a:pt x="1797" y="10676"/>
                  <a:pt x="1686" y="10442"/>
                </a:cubicBezTo>
                <a:lnTo>
                  <a:pt x="75" y="11386"/>
                </a:lnTo>
                <a:lnTo>
                  <a:pt x="75" y="10292"/>
                </a:lnTo>
                <a:lnTo>
                  <a:pt x="1516" y="9524"/>
                </a:lnTo>
                <a:lnTo>
                  <a:pt x="1516" y="8926"/>
                </a:lnTo>
                <a:lnTo>
                  <a:pt x="75" y="8926"/>
                </a:lnTo>
                <a:lnTo>
                  <a:pt x="75" y="7992"/>
                </a:lnTo>
                <a:lnTo>
                  <a:pt x="4264" y="7992"/>
                </a:lnTo>
                <a:close/>
                <a:moveTo>
                  <a:pt x="4264" y="5062"/>
                </a:moveTo>
                <a:lnTo>
                  <a:pt x="4264" y="6017"/>
                </a:lnTo>
                <a:lnTo>
                  <a:pt x="75" y="7597"/>
                </a:lnTo>
                <a:lnTo>
                  <a:pt x="75" y="6604"/>
                </a:lnTo>
                <a:lnTo>
                  <a:pt x="998" y="6279"/>
                </a:lnTo>
                <a:lnTo>
                  <a:pt x="998" y="4801"/>
                </a:lnTo>
                <a:lnTo>
                  <a:pt x="75" y="4475"/>
                </a:lnTo>
                <a:lnTo>
                  <a:pt x="75" y="3488"/>
                </a:lnTo>
                <a:lnTo>
                  <a:pt x="4264" y="5062"/>
                </a:lnTo>
                <a:close/>
                <a:moveTo>
                  <a:pt x="4264" y="0"/>
                </a:moveTo>
                <a:lnTo>
                  <a:pt x="4264" y="1553"/>
                </a:lnTo>
                <a:cubicBezTo>
                  <a:pt x="4264" y="1898"/>
                  <a:pt x="4206" y="2196"/>
                  <a:pt x="4090" y="2447"/>
                </a:cubicBezTo>
                <a:cubicBezTo>
                  <a:pt x="3975" y="2698"/>
                  <a:pt x="3808" y="2891"/>
                  <a:pt x="3591" y="3026"/>
                </a:cubicBezTo>
                <a:cubicBezTo>
                  <a:pt x="3374" y="3161"/>
                  <a:pt x="3116" y="3229"/>
                  <a:pt x="2818" y="3229"/>
                </a:cubicBezTo>
                <a:cubicBezTo>
                  <a:pt x="2366" y="3229"/>
                  <a:pt x="2013" y="3084"/>
                  <a:pt x="1758" y="2794"/>
                </a:cubicBezTo>
                <a:cubicBezTo>
                  <a:pt x="1504" y="2504"/>
                  <a:pt x="1377" y="2108"/>
                  <a:pt x="1377" y="1606"/>
                </a:cubicBezTo>
                <a:lnTo>
                  <a:pt x="1377" y="934"/>
                </a:lnTo>
                <a:lnTo>
                  <a:pt x="75" y="934"/>
                </a:lnTo>
                <a:lnTo>
                  <a:pt x="75" y="0"/>
                </a:lnTo>
                <a:lnTo>
                  <a:pt x="4264" y="0"/>
                </a:lnTo>
                <a:close/>
                <a:moveTo>
                  <a:pt x="4338" y="18398"/>
                </a:moveTo>
                <a:cubicBezTo>
                  <a:pt x="4338" y="18907"/>
                  <a:pt x="4154" y="19297"/>
                  <a:pt x="3786" y="19570"/>
                </a:cubicBezTo>
                <a:cubicBezTo>
                  <a:pt x="3418" y="19842"/>
                  <a:pt x="2878" y="19978"/>
                  <a:pt x="2167" y="19978"/>
                </a:cubicBezTo>
                <a:cubicBezTo>
                  <a:pt x="1455" y="19978"/>
                  <a:pt x="916" y="19843"/>
                  <a:pt x="550" y="19572"/>
                </a:cubicBezTo>
                <a:cubicBezTo>
                  <a:pt x="183" y="19302"/>
                  <a:pt x="0" y="18911"/>
                  <a:pt x="0" y="18398"/>
                </a:cubicBezTo>
                <a:cubicBezTo>
                  <a:pt x="0" y="17890"/>
                  <a:pt x="184" y="17499"/>
                  <a:pt x="552" y="17227"/>
                </a:cubicBezTo>
                <a:cubicBezTo>
                  <a:pt x="921" y="16955"/>
                  <a:pt x="1459" y="16819"/>
                  <a:pt x="2167" y="16819"/>
                </a:cubicBezTo>
                <a:cubicBezTo>
                  <a:pt x="2878" y="16819"/>
                  <a:pt x="3418" y="16955"/>
                  <a:pt x="3786" y="17227"/>
                </a:cubicBezTo>
                <a:cubicBezTo>
                  <a:pt x="4154" y="17499"/>
                  <a:pt x="4338" y="17890"/>
                  <a:pt x="4338" y="18398"/>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p>
            <a:pPr lvl="0"/>
            <a:endParaRPr lang="zh-CN" altLang="en-US"/>
          </a:p>
        </p:txBody>
      </p:sp>
      <p:sp>
        <p:nvSpPr>
          <p:cNvPr id="2" name="标题 1"/>
          <p:cNvSpPr>
            <a:spLocks noGrp="1"/>
          </p:cNvSpPr>
          <p:nvPr>
            <p:ph type="title"/>
            <p:custDataLst>
              <p:tags r:id="rId4"/>
            </p:custDataLst>
          </p:nvPr>
        </p:nvSpPr>
        <p:spPr>
          <a:xfrm>
            <a:off x="4038600" y="777558"/>
            <a:ext cx="7810500" cy="5302884"/>
          </a:xfrm>
        </p:spPr>
        <p:txBody>
          <a:bodyPr wrap="square" anchor="ctr">
            <a:normAutofit/>
          </a:bodyPr>
          <a:lstStyle>
            <a:lvl1pPr algn="l">
              <a:defRPr sz="5000">
                <a:latin typeface="+mj-ea"/>
                <a:ea typeface="+mj-ea"/>
              </a:defRPr>
            </a:lvl1pPr>
          </a:lstStyle>
          <a:p>
            <a:r>
              <a:rPr lang="zh-CN" altLang="en-US" dirty="0"/>
              <a:t>单击此处编辑母版标题样式</a:t>
            </a:r>
          </a:p>
        </p:txBody>
      </p:sp>
      <p:sp>
        <p:nvSpPr>
          <p:cNvPr id="8" name="节编号 3"/>
          <p:cNvSpPr>
            <a:spLocks noGrp="1"/>
          </p:cNvSpPr>
          <p:nvPr>
            <p:ph type="body" sz="quarter" idx="13" hasCustomPrompt="1"/>
            <p:custDataLst>
              <p:tags r:id="rId5"/>
            </p:custDataLst>
          </p:nvPr>
        </p:nvSpPr>
        <p:spPr>
          <a:xfrm>
            <a:off x="571501" y="780098"/>
            <a:ext cx="2031999" cy="5302884"/>
          </a:xfrm>
        </p:spPr>
        <p:txBody>
          <a:bodyPr vert="eaVert" wrap="none" anchor="ctr">
            <a:normAutofit/>
          </a:bodyPr>
          <a:lstStyle>
            <a:lvl1pPr marL="0" indent="0" algn="ctr">
              <a:buNone/>
              <a:defRPr sz="6000" b="1">
                <a:solidFill>
                  <a:schemeClr val="lt1">
                    <a:lumMod val="100000"/>
                  </a:schemeClr>
                </a:solidFill>
                <a:latin typeface="+mj-ea"/>
                <a:ea typeface="+mj-ea"/>
              </a:defRPr>
            </a:lvl1pPr>
          </a:lstStyle>
          <a:p>
            <a:pPr lvl="0"/>
            <a:r>
              <a:rPr lang="zh-CN" altLang="en-US" dirty="0"/>
              <a:t>节编号</a:t>
            </a:r>
          </a:p>
        </p:txBody>
      </p:sp>
      <p:sp>
        <p:nvSpPr>
          <p:cNvPr id="4" name="日期占位符 4"/>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5"/>
          <p:cNvSpPr>
            <a:spLocks noGrp="1"/>
          </p:cNvSpPr>
          <p:nvPr>
            <p:ph type="ftr" sz="quarter" idx="11"/>
            <p:custDataLst>
              <p:tags r:id="rId7"/>
            </p:custDataLst>
          </p:nvPr>
        </p:nvSpPr>
        <p:spPr/>
        <p:txBody>
          <a:bodyPr/>
          <a:lstStyle/>
          <a:p>
            <a:endParaRPr lang="zh-CN" altLang="en-US"/>
          </a:p>
        </p:txBody>
      </p:sp>
      <p:sp>
        <p:nvSpPr>
          <p:cNvPr id="6" name="灯片编号占位符 6"/>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2024/9/30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2024/9/30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2024/9/30</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wrap="square">
            <a:normAutofit/>
          </a:bodyPr>
          <a:lstStyle>
            <a:lvl1pPr>
              <a:defRPr>
                <a:latin typeface="+mj-ea"/>
                <a:ea typeface="+mj-ea"/>
              </a:defRPr>
            </a:lvl1pPr>
          </a:lstStyle>
          <a:p>
            <a:r>
              <a:rPr lang="zh-CN" altLang="en-US" dirty="0"/>
              <a:t>单击此处编辑母版标题样式</a:t>
            </a:r>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8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2024/9/30</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pic>
        <p:nvPicPr>
          <p:cNvPr id="8" name="图片 7" descr="C:/Users/ADMIN/AppData/Local/Temp/fig2wpp/@png2x_bg-2603&amp;1175.png"/>
          <p:cNvPicPr>
            <a:picLocks noChangeAspect="1"/>
          </p:cNvPicPr>
          <p:nvPr>
            <p:custDataLst>
              <p:tags r:id="rId1"/>
            </p:custDataLst>
          </p:nvPr>
        </p:nvPicPr>
        <p:blipFill>
          <a:blip r:embed="rId11" r:link="rId12"/>
          <a:stretch>
            <a:fillRect/>
          </a:stretch>
        </p:blipFill>
        <p:spPr>
          <a:xfrm>
            <a:off x="0" y="0"/>
            <a:ext cx="12192000" cy="6858000"/>
          </a:xfrm>
          <a:prstGeom prst="rect">
            <a:avLst/>
          </a:prstGeom>
        </p:spPr>
      </p:pic>
      <p:sp>
        <p:nvSpPr>
          <p:cNvPr id="11" name="矩形 10"/>
          <p:cNvSpPr/>
          <p:nvPr>
            <p:custDataLst>
              <p:tags r:id="rId2"/>
            </p:custDataLst>
          </p:nvPr>
        </p:nvSpPr>
        <p:spPr>
          <a:xfrm>
            <a:off x="0" y="1562100"/>
            <a:ext cx="12191365" cy="3238500"/>
          </a:xfrm>
          <a:prstGeom prst="rect">
            <a:avLst/>
          </a:prstGeom>
          <a:gradFill>
            <a:gsLst>
              <a:gs pos="0">
                <a:schemeClr val="accent1">
                  <a:lumMod val="75000"/>
                  <a:alpha val="100000"/>
                </a:schemeClr>
              </a:gs>
              <a:gs pos="100000">
                <a:schemeClr val="accent1">
                  <a:lumMod val="50000"/>
                  <a:alpha val="10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 name="Freeform 10"/>
          <p:cNvSpPr/>
          <p:nvPr>
            <p:custDataLst>
              <p:tags r:id="rId3"/>
            </p:custDataLst>
          </p:nvPr>
        </p:nvSpPr>
        <p:spPr bwMode="auto">
          <a:xfrm>
            <a:off x="625287" y="2461446"/>
            <a:ext cx="10941426" cy="1439808"/>
          </a:xfrm>
          <a:custGeom>
            <a:avLst/>
            <a:gdLst>
              <a:gd name="T0" fmla="*/ 12960 w 23822"/>
              <a:gd name="T1" fmla="*/ 1770 h 3115"/>
              <a:gd name="T2" fmla="*/ 3135 w 23822"/>
              <a:gd name="T3" fmla="*/ 682 h 3115"/>
              <a:gd name="T4" fmla="*/ 4187 w 23822"/>
              <a:gd name="T5" fmla="*/ 2207 h 3115"/>
              <a:gd name="T6" fmla="*/ 3518 w 23822"/>
              <a:gd name="T7" fmla="*/ 682 h 3115"/>
              <a:gd name="T8" fmla="*/ 18941 w 23822"/>
              <a:gd name="T9" fmla="*/ 873 h 3115"/>
              <a:gd name="T10" fmla="*/ 19478 w 23822"/>
              <a:gd name="T11" fmla="*/ 2487 h 3115"/>
              <a:gd name="T12" fmla="*/ 20012 w 23822"/>
              <a:gd name="T13" fmla="*/ 873 h 3115"/>
              <a:gd name="T14" fmla="*/ 21929 w 23822"/>
              <a:gd name="T15" fmla="*/ 53 h 3115"/>
              <a:gd name="T16" fmla="*/ 23152 w 23822"/>
              <a:gd name="T17" fmla="*/ 53 h 3115"/>
              <a:gd name="T18" fmla="*/ 23240 w 23822"/>
              <a:gd name="T19" fmla="*/ 3061 h 3115"/>
              <a:gd name="T20" fmla="*/ 21983 w 23822"/>
              <a:gd name="T21" fmla="*/ 3061 h 3115"/>
              <a:gd name="T22" fmla="*/ 16972 w 23822"/>
              <a:gd name="T23" fmla="*/ 53 h 3115"/>
              <a:gd name="T24" fmla="*/ 16972 w 23822"/>
              <a:gd name="T25" fmla="*/ 3061 h 3115"/>
              <a:gd name="T26" fmla="*/ 16616 w 23822"/>
              <a:gd name="T27" fmla="*/ 53 h 3115"/>
              <a:gd name="T28" fmla="*/ 15777 w 23822"/>
              <a:gd name="T29" fmla="*/ 3061 h 3115"/>
              <a:gd name="T30" fmla="*/ 14263 w 23822"/>
              <a:gd name="T31" fmla="*/ 682 h 3115"/>
              <a:gd name="T32" fmla="*/ 12994 w 23822"/>
              <a:gd name="T33" fmla="*/ 53 h 3115"/>
              <a:gd name="T34" fmla="*/ 13182 w 23822"/>
              <a:gd name="T35" fmla="*/ 2398 h 3115"/>
              <a:gd name="T36" fmla="*/ 11178 w 23822"/>
              <a:gd name="T37" fmla="*/ 3061 h 3115"/>
              <a:gd name="T38" fmla="*/ 6207 w 23822"/>
              <a:gd name="T39" fmla="*/ 53 h 3115"/>
              <a:gd name="T40" fmla="*/ 6763 w 23822"/>
              <a:gd name="T41" fmla="*/ 2487 h 3115"/>
              <a:gd name="T42" fmla="*/ 7318 w 23822"/>
              <a:gd name="T43" fmla="*/ 53 h 3115"/>
              <a:gd name="T44" fmla="*/ 7839 w 23822"/>
              <a:gd name="T45" fmla="*/ 2533 h 3115"/>
              <a:gd name="T46" fmla="*/ 6111 w 23822"/>
              <a:gd name="T47" fmla="*/ 2966 h 3115"/>
              <a:gd name="T48" fmla="*/ 5536 w 23822"/>
              <a:gd name="T49" fmla="*/ 53 h 3115"/>
              <a:gd name="T50" fmla="*/ 4396 w 23822"/>
              <a:gd name="T51" fmla="*/ 231 h 3115"/>
              <a:gd name="T52" fmla="*/ 4925 w 23822"/>
              <a:gd name="T53" fmla="*/ 2368 h 3115"/>
              <a:gd name="T54" fmla="*/ 2464 w 23822"/>
              <a:gd name="T55" fmla="*/ 3061 h 3115"/>
              <a:gd name="T56" fmla="*/ 2024 w 23822"/>
              <a:gd name="T57" fmla="*/ 53 h 3115"/>
              <a:gd name="T58" fmla="*/ 671 w 23822"/>
              <a:gd name="T59" fmla="*/ 1230 h 3115"/>
              <a:gd name="T60" fmla="*/ 671 w 23822"/>
              <a:gd name="T61" fmla="*/ 1839 h 3115"/>
              <a:gd name="T62" fmla="*/ 2070 w 23822"/>
              <a:gd name="T63" fmla="*/ 3061 h 3115"/>
              <a:gd name="T64" fmla="*/ 19478 w 23822"/>
              <a:gd name="T65" fmla="*/ 0 h 3115"/>
              <a:gd name="T66" fmla="*/ 20892 w 23822"/>
              <a:gd name="T67" fmla="*/ 1559 h 3115"/>
              <a:gd name="T68" fmla="*/ 19478 w 23822"/>
              <a:gd name="T69" fmla="*/ 3115 h 3115"/>
              <a:gd name="T70" fmla="*/ 18060 w 23822"/>
              <a:gd name="T71" fmla="*/ 1559 h 3115"/>
              <a:gd name="T72" fmla="*/ 19478 w 23822"/>
              <a:gd name="T73" fmla="*/ 0 h 3115"/>
              <a:gd name="T74" fmla="*/ 11010 w 23822"/>
              <a:gd name="T75" fmla="*/ 743 h 3115"/>
              <a:gd name="T76" fmla="*/ 9841 w 23822"/>
              <a:gd name="T77" fmla="*/ 628 h 3115"/>
              <a:gd name="T78" fmla="*/ 9102 w 23822"/>
              <a:gd name="T79" fmla="*/ 1544 h 3115"/>
              <a:gd name="T80" fmla="*/ 9841 w 23822"/>
              <a:gd name="T81" fmla="*/ 2487 h 3115"/>
              <a:gd name="T82" fmla="*/ 11018 w 23822"/>
              <a:gd name="T83" fmla="*/ 2372 h 3115"/>
              <a:gd name="T84" fmla="*/ 9102 w 23822"/>
              <a:gd name="T85" fmla="*/ 2920 h 3115"/>
              <a:gd name="T86" fmla="*/ 8596 w 23822"/>
              <a:gd name="T87" fmla="*/ 733 h 3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22" h="3115">
                <a:moveTo>
                  <a:pt x="12642" y="935"/>
                </a:moveTo>
                <a:lnTo>
                  <a:pt x="12347" y="1770"/>
                </a:lnTo>
                <a:lnTo>
                  <a:pt x="12960" y="1770"/>
                </a:lnTo>
                <a:lnTo>
                  <a:pt x="12665" y="935"/>
                </a:lnTo>
                <a:lnTo>
                  <a:pt x="12642" y="935"/>
                </a:lnTo>
                <a:close/>
                <a:moveTo>
                  <a:pt x="3135" y="682"/>
                </a:moveTo>
                <a:lnTo>
                  <a:pt x="3135" y="2433"/>
                </a:lnTo>
                <a:lnTo>
                  <a:pt x="3488" y="2433"/>
                </a:lnTo>
                <a:cubicBezTo>
                  <a:pt x="3792" y="2433"/>
                  <a:pt x="4025" y="2358"/>
                  <a:pt x="4187" y="2207"/>
                </a:cubicBezTo>
                <a:cubicBezTo>
                  <a:pt x="4349" y="2056"/>
                  <a:pt x="4430" y="1840"/>
                  <a:pt x="4430" y="1559"/>
                </a:cubicBezTo>
                <a:cubicBezTo>
                  <a:pt x="4430" y="1276"/>
                  <a:pt x="4352" y="1059"/>
                  <a:pt x="4195" y="908"/>
                </a:cubicBezTo>
                <a:cubicBezTo>
                  <a:pt x="4037" y="757"/>
                  <a:pt x="3812" y="682"/>
                  <a:pt x="3518" y="682"/>
                </a:cubicBezTo>
                <a:lnTo>
                  <a:pt x="3135" y="682"/>
                </a:lnTo>
                <a:close/>
                <a:moveTo>
                  <a:pt x="19478" y="628"/>
                </a:moveTo>
                <a:cubicBezTo>
                  <a:pt x="19251" y="628"/>
                  <a:pt x="19072" y="710"/>
                  <a:pt x="18941" y="873"/>
                </a:cubicBezTo>
                <a:cubicBezTo>
                  <a:pt x="18811" y="1037"/>
                  <a:pt x="18746" y="1265"/>
                  <a:pt x="18746" y="1559"/>
                </a:cubicBezTo>
                <a:cubicBezTo>
                  <a:pt x="18746" y="1853"/>
                  <a:pt x="18811" y="2081"/>
                  <a:pt x="18941" y="2243"/>
                </a:cubicBezTo>
                <a:cubicBezTo>
                  <a:pt x="19072" y="2405"/>
                  <a:pt x="19251" y="2487"/>
                  <a:pt x="19478" y="2487"/>
                </a:cubicBezTo>
                <a:cubicBezTo>
                  <a:pt x="19703" y="2487"/>
                  <a:pt x="19880" y="2405"/>
                  <a:pt x="20011" y="2243"/>
                </a:cubicBezTo>
                <a:cubicBezTo>
                  <a:pt x="20141" y="2081"/>
                  <a:pt x="20206" y="1853"/>
                  <a:pt x="20206" y="1559"/>
                </a:cubicBezTo>
                <a:cubicBezTo>
                  <a:pt x="20206" y="1265"/>
                  <a:pt x="20141" y="1037"/>
                  <a:pt x="20012" y="873"/>
                </a:cubicBezTo>
                <a:cubicBezTo>
                  <a:pt x="19883" y="710"/>
                  <a:pt x="19705" y="628"/>
                  <a:pt x="19478" y="628"/>
                </a:cubicBezTo>
                <a:close/>
                <a:moveTo>
                  <a:pt x="21312" y="53"/>
                </a:moveTo>
                <a:lnTo>
                  <a:pt x="21929" y="53"/>
                </a:lnTo>
                <a:lnTo>
                  <a:pt x="23129" y="1827"/>
                </a:lnTo>
                <a:lnTo>
                  <a:pt x="23152" y="1827"/>
                </a:lnTo>
                <a:lnTo>
                  <a:pt x="23152" y="53"/>
                </a:lnTo>
                <a:lnTo>
                  <a:pt x="23822" y="53"/>
                </a:lnTo>
                <a:lnTo>
                  <a:pt x="23822" y="3061"/>
                </a:lnTo>
                <a:lnTo>
                  <a:pt x="23240" y="3061"/>
                </a:lnTo>
                <a:lnTo>
                  <a:pt x="22006" y="1287"/>
                </a:lnTo>
                <a:lnTo>
                  <a:pt x="21983" y="1287"/>
                </a:lnTo>
                <a:lnTo>
                  <a:pt x="21983" y="3061"/>
                </a:lnTo>
                <a:lnTo>
                  <a:pt x="21312" y="3061"/>
                </a:lnTo>
                <a:lnTo>
                  <a:pt x="21312" y="53"/>
                </a:lnTo>
                <a:close/>
                <a:moveTo>
                  <a:pt x="16972" y="53"/>
                </a:moveTo>
                <a:lnTo>
                  <a:pt x="17643" y="53"/>
                </a:lnTo>
                <a:lnTo>
                  <a:pt x="17643" y="3061"/>
                </a:lnTo>
                <a:lnTo>
                  <a:pt x="16972" y="3061"/>
                </a:lnTo>
                <a:lnTo>
                  <a:pt x="16972" y="53"/>
                </a:lnTo>
                <a:close/>
                <a:moveTo>
                  <a:pt x="14263" y="53"/>
                </a:moveTo>
                <a:lnTo>
                  <a:pt x="16616" y="53"/>
                </a:lnTo>
                <a:lnTo>
                  <a:pt x="16616" y="682"/>
                </a:lnTo>
                <a:lnTo>
                  <a:pt x="15777" y="682"/>
                </a:lnTo>
                <a:lnTo>
                  <a:pt x="15777" y="3061"/>
                </a:lnTo>
                <a:lnTo>
                  <a:pt x="15106" y="3061"/>
                </a:lnTo>
                <a:lnTo>
                  <a:pt x="15106" y="682"/>
                </a:lnTo>
                <a:lnTo>
                  <a:pt x="14263" y="682"/>
                </a:lnTo>
                <a:lnTo>
                  <a:pt x="14263" y="53"/>
                </a:lnTo>
                <a:close/>
                <a:moveTo>
                  <a:pt x="12308" y="53"/>
                </a:moveTo>
                <a:lnTo>
                  <a:pt x="12994" y="53"/>
                </a:lnTo>
                <a:lnTo>
                  <a:pt x="14129" y="3061"/>
                </a:lnTo>
                <a:lnTo>
                  <a:pt x="13416" y="3061"/>
                </a:lnTo>
                <a:lnTo>
                  <a:pt x="13182" y="2398"/>
                </a:lnTo>
                <a:lnTo>
                  <a:pt x="12121" y="2398"/>
                </a:lnTo>
                <a:lnTo>
                  <a:pt x="11887" y="3061"/>
                </a:lnTo>
                <a:lnTo>
                  <a:pt x="11178" y="3061"/>
                </a:lnTo>
                <a:lnTo>
                  <a:pt x="12308" y="53"/>
                </a:lnTo>
                <a:close/>
                <a:moveTo>
                  <a:pt x="5536" y="53"/>
                </a:moveTo>
                <a:lnTo>
                  <a:pt x="6207" y="53"/>
                </a:lnTo>
                <a:lnTo>
                  <a:pt x="6207" y="1824"/>
                </a:lnTo>
                <a:cubicBezTo>
                  <a:pt x="6207" y="2028"/>
                  <a:pt x="6257" y="2190"/>
                  <a:pt x="6356" y="2308"/>
                </a:cubicBezTo>
                <a:cubicBezTo>
                  <a:pt x="6456" y="2427"/>
                  <a:pt x="6591" y="2487"/>
                  <a:pt x="6763" y="2487"/>
                </a:cubicBezTo>
                <a:cubicBezTo>
                  <a:pt x="6934" y="2487"/>
                  <a:pt x="7069" y="2428"/>
                  <a:pt x="7169" y="2312"/>
                </a:cubicBezTo>
                <a:cubicBezTo>
                  <a:pt x="7268" y="2196"/>
                  <a:pt x="7318" y="2038"/>
                  <a:pt x="7318" y="1839"/>
                </a:cubicBezTo>
                <a:lnTo>
                  <a:pt x="7318" y="53"/>
                </a:lnTo>
                <a:lnTo>
                  <a:pt x="7989" y="53"/>
                </a:lnTo>
                <a:lnTo>
                  <a:pt x="7989" y="1866"/>
                </a:lnTo>
                <a:cubicBezTo>
                  <a:pt x="7989" y="2121"/>
                  <a:pt x="7939" y="2344"/>
                  <a:pt x="7839" y="2533"/>
                </a:cubicBezTo>
                <a:cubicBezTo>
                  <a:pt x="7740" y="2722"/>
                  <a:pt x="7597" y="2866"/>
                  <a:pt x="7412" y="2966"/>
                </a:cubicBezTo>
                <a:cubicBezTo>
                  <a:pt x="7227" y="3065"/>
                  <a:pt x="7010" y="3115"/>
                  <a:pt x="6763" y="3115"/>
                </a:cubicBezTo>
                <a:cubicBezTo>
                  <a:pt x="6512" y="3115"/>
                  <a:pt x="6295" y="3065"/>
                  <a:pt x="6111" y="2966"/>
                </a:cubicBezTo>
                <a:cubicBezTo>
                  <a:pt x="5927" y="2866"/>
                  <a:pt x="5785" y="2722"/>
                  <a:pt x="5686" y="2534"/>
                </a:cubicBezTo>
                <a:cubicBezTo>
                  <a:pt x="5586" y="2347"/>
                  <a:pt x="5536" y="2124"/>
                  <a:pt x="5536" y="1866"/>
                </a:cubicBezTo>
                <a:lnTo>
                  <a:pt x="5536" y="53"/>
                </a:lnTo>
                <a:close/>
                <a:moveTo>
                  <a:pt x="2464" y="53"/>
                </a:moveTo>
                <a:lnTo>
                  <a:pt x="3549" y="53"/>
                </a:lnTo>
                <a:cubicBezTo>
                  <a:pt x="3878" y="53"/>
                  <a:pt x="4161" y="113"/>
                  <a:pt x="4396" y="231"/>
                </a:cubicBezTo>
                <a:cubicBezTo>
                  <a:pt x="4631" y="350"/>
                  <a:pt x="4810" y="523"/>
                  <a:pt x="4932" y="749"/>
                </a:cubicBezTo>
                <a:cubicBezTo>
                  <a:pt x="5055" y="975"/>
                  <a:pt x="5116" y="1245"/>
                  <a:pt x="5116" y="1559"/>
                </a:cubicBezTo>
                <a:cubicBezTo>
                  <a:pt x="5116" y="1873"/>
                  <a:pt x="5052" y="2143"/>
                  <a:pt x="4925" y="2368"/>
                </a:cubicBezTo>
                <a:cubicBezTo>
                  <a:pt x="4797" y="2593"/>
                  <a:pt x="4611" y="2764"/>
                  <a:pt x="4367" y="2883"/>
                </a:cubicBezTo>
                <a:cubicBezTo>
                  <a:pt x="4123" y="3002"/>
                  <a:pt x="3829" y="3061"/>
                  <a:pt x="3484" y="3061"/>
                </a:cubicBezTo>
                <a:lnTo>
                  <a:pt x="2464" y="3061"/>
                </a:lnTo>
                <a:lnTo>
                  <a:pt x="2464" y="53"/>
                </a:lnTo>
                <a:close/>
                <a:moveTo>
                  <a:pt x="0" y="53"/>
                </a:moveTo>
                <a:lnTo>
                  <a:pt x="2024" y="53"/>
                </a:lnTo>
                <a:lnTo>
                  <a:pt x="2024" y="663"/>
                </a:lnTo>
                <a:lnTo>
                  <a:pt x="671" y="663"/>
                </a:lnTo>
                <a:lnTo>
                  <a:pt x="671" y="1230"/>
                </a:lnTo>
                <a:lnTo>
                  <a:pt x="1951" y="1230"/>
                </a:lnTo>
                <a:lnTo>
                  <a:pt x="1951" y="1839"/>
                </a:lnTo>
                <a:lnTo>
                  <a:pt x="671" y="1839"/>
                </a:lnTo>
                <a:lnTo>
                  <a:pt x="671" y="2452"/>
                </a:lnTo>
                <a:lnTo>
                  <a:pt x="2070" y="2452"/>
                </a:lnTo>
                <a:lnTo>
                  <a:pt x="2070" y="3061"/>
                </a:lnTo>
                <a:lnTo>
                  <a:pt x="0" y="3061"/>
                </a:lnTo>
                <a:lnTo>
                  <a:pt x="0" y="53"/>
                </a:lnTo>
                <a:close/>
                <a:moveTo>
                  <a:pt x="19478" y="0"/>
                </a:moveTo>
                <a:cubicBezTo>
                  <a:pt x="19767" y="0"/>
                  <a:pt x="20017" y="62"/>
                  <a:pt x="20229" y="185"/>
                </a:cubicBezTo>
                <a:cubicBezTo>
                  <a:pt x="20441" y="309"/>
                  <a:pt x="20605" y="488"/>
                  <a:pt x="20719" y="722"/>
                </a:cubicBezTo>
                <a:cubicBezTo>
                  <a:pt x="20834" y="956"/>
                  <a:pt x="20892" y="1235"/>
                  <a:pt x="20892" y="1559"/>
                </a:cubicBezTo>
                <a:cubicBezTo>
                  <a:pt x="20892" y="1881"/>
                  <a:pt x="20834" y="2159"/>
                  <a:pt x="20719" y="2393"/>
                </a:cubicBezTo>
                <a:cubicBezTo>
                  <a:pt x="20605" y="2626"/>
                  <a:pt x="20441" y="2805"/>
                  <a:pt x="20229" y="2929"/>
                </a:cubicBezTo>
                <a:cubicBezTo>
                  <a:pt x="20017" y="3053"/>
                  <a:pt x="19767" y="3115"/>
                  <a:pt x="19478" y="3115"/>
                </a:cubicBezTo>
                <a:cubicBezTo>
                  <a:pt x="19187" y="3115"/>
                  <a:pt x="18935" y="3053"/>
                  <a:pt x="18723" y="2929"/>
                </a:cubicBezTo>
                <a:cubicBezTo>
                  <a:pt x="18511" y="2805"/>
                  <a:pt x="18347" y="2626"/>
                  <a:pt x="18233" y="2393"/>
                </a:cubicBezTo>
                <a:cubicBezTo>
                  <a:pt x="18118" y="2159"/>
                  <a:pt x="18060" y="1881"/>
                  <a:pt x="18060" y="1559"/>
                </a:cubicBezTo>
                <a:cubicBezTo>
                  <a:pt x="18060" y="1235"/>
                  <a:pt x="18118" y="956"/>
                  <a:pt x="18233" y="722"/>
                </a:cubicBezTo>
                <a:cubicBezTo>
                  <a:pt x="18347" y="488"/>
                  <a:pt x="18511" y="309"/>
                  <a:pt x="18723" y="185"/>
                </a:cubicBezTo>
                <a:cubicBezTo>
                  <a:pt x="18935" y="62"/>
                  <a:pt x="19187" y="0"/>
                  <a:pt x="19478" y="0"/>
                </a:cubicBezTo>
                <a:close/>
                <a:moveTo>
                  <a:pt x="9880" y="0"/>
                </a:moveTo>
                <a:cubicBezTo>
                  <a:pt x="10145" y="0"/>
                  <a:pt x="10373" y="65"/>
                  <a:pt x="10562" y="197"/>
                </a:cubicBezTo>
                <a:cubicBezTo>
                  <a:pt x="10751" y="329"/>
                  <a:pt x="10900" y="511"/>
                  <a:pt x="11010" y="743"/>
                </a:cubicBezTo>
                <a:lnTo>
                  <a:pt x="10416" y="1007"/>
                </a:lnTo>
                <a:cubicBezTo>
                  <a:pt x="10363" y="882"/>
                  <a:pt x="10285" y="788"/>
                  <a:pt x="10184" y="724"/>
                </a:cubicBezTo>
                <a:cubicBezTo>
                  <a:pt x="10083" y="660"/>
                  <a:pt x="9969" y="628"/>
                  <a:pt x="9841" y="628"/>
                </a:cubicBezTo>
                <a:cubicBezTo>
                  <a:pt x="9696" y="628"/>
                  <a:pt x="9567" y="666"/>
                  <a:pt x="9456" y="741"/>
                </a:cubicBezTo>
                <a:cubicBezTo>
                  <a:pt x="9345" y="816"/>
                  <a:pt x="9258" y="923"/>
                  <a:pt x="9196" y="1061"/>
                </a:cubicBezTo>
                <a:cubicBezTo>
                  <a:pt x="9133" y="1199"/>
                  <a:pt x="9102" y="1360"/>
                  <a:pt x="9102" y="1544"/>
                </a:cubicBezTo>
                <a:cubicBezTo>
                  <a:pt x="9102" y="1733"/>
                  <a:pt x="9133" y="1898"/>
                  <a:pt x="9196" y="2040"/>
                </a:cubicBezTo>
                <a:cubicBezTo>
                  <a:pt x="9258" y="2182"/>
                  <a:pt x="9345" y="2292"/>
                  <a:pt x="9456" y="2370"/>
                </a:cubicBezTo>
                <a:cubicBezTo>
                  <a:pt x="9567" y="2448"/>
                  <a:pt x="9696" y="2487"/>
                  <a:pt x="9841" y="2487"/>
                </a:cubicBezTo>
                <a:cubicBezTo>
                  <a:pt x="9964" y="2487"/>
                  <a:pt x="10075" y="2454"/>
                  <a:pt x="10173" y="2389"/>
                </a:cubicBezTo>
                <a:cubicBezTo>
                  <a:pt x="10271" y="2324"/>
                  <a:pt x="10355" y="2230"/>
                  <a:pt x="10424" y="2107"/>
                </a:cubicBezTo>
                <a:lnTo>
                  <a:pt x="11018" y="2372"/>
                </a:lnTo>
                <a:cubicBezTo>
                  <a:pt x="10905" y="2609"/>
                  <a:pt x="10748" y="2792"/>
                  <a:pt x="10545" y="2922"/>
                </a:cubicBezTo>
                <a:cubicBezTo>
                  <a:pt x="10341" y="3051"/>
                  <a:pt x="10108" y="3115"/>
                  <a:pt x="9845" y="3115"/>
                </a:cubicBezTo>
                <a:cubicBezTo>
                  <a:pt x="9567" y="3115"/>
                  <a:pt x="9319" y="3050"/>
                  <a:pt x="9102" y="2920"/>
                </a:cubicBezTo>
                <a:cubicBezTo>
                  <a:pt x="8885" y="2789"/>
                  <a:pt x="8715" y="2605"/>
                  <a:pt x="8594" y="2366"/>
                </a:cubicBezTo>
                <a:cubicBezTo>
                  <a:pt x="8473" y="2127"/>
                  <a:pt x="8412" y="1853"/>
                  <a:pt x="8412" y="1544"/>
                </a:cubicBezTo>
                <a:cubicBezTo>
                  <a:pt x="8412" y="1237"/>
                  <a:pt x="8473" y="967"/>
                  <a:pt x="8596" y="733"/>
                </a:cubicBezTo>
                <a:cubicBezTo>
                  <a:pt x="8719" y="500"/>
                  <a:pt x="8891" y="319"/>
                  <a:pt x="9113" y="191"/>
                </a:cubicBezTo>
                <a:cubicBezTo>
                  <a:pt x="9336" y="63"/>
                  <a:pt x="9591" y="0"/>
                  <a:pt x="9880"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pic>
        <p:nvPicPr>
          <p:cNvPr id="15" name="图片 14" descr="C:/Users/ADMIN/AppData/Local/Temp/fig2wpp/@png2x-2574&amp;2537.png"/>
          <p:cNvPicPr>
            <a:picLocks noChangeAspect="1"/>
          </p:cNvPicPr>
          <p:nvPr>
            <p:custDataLst>
              <p:tags r:id="rId4"/>
            </p:custDataLst>
          </p:nvPr>
        </p:nvPicPr>
        <p:blipFill>
          <a:blip r:embed="rId13" r:link="rId12"/>
          <a:srcRect b="11680"/>
          <a:stretch>
            <a:fillRect/>
          </a:stretch>
        </p:blipFill>
        <p:spPr>
          <a:xfrm>
            <a:off x="4352925" y="673100"/>
            <a:ext cx="3486150" cy="1574800"/>
          </a:xfrm>
          <a:prstGeom prst="rect">
            <a:avLst/>
          </a:prstGeom>
          <a:effectLst>
            <a:outerShdw blurRad="279400" dist="50800" dir="2640000" algn="t" rotWithShape="0">
              <a:schemeClr val="accent1">
                <a:lumMod val="50000"/>
                <a:alpha val="56000"/>
              </a:schemeClr>
            </a:outerShdw>
          </a:effectLst>
        </p:spPr>
      </p:pic>
      <p:sp>
        <p:nvSpPr>
          <p:cNvPr id="2" name="标题 1"/>
          <p:cNvSpPr>
            <a:spLocks noGrp="1"/>
          </p:cNvSpPr>
          <p:nvPr>
            <p:ph type="ctrTitle"/>
            <p:custDataLst>
              <p:tags r:id="rId5"/>
            </p:custDataLst>
          </p:nvPr>
        </p:nvSpPr>
        <p:spPr>
          <a:xfrm>
            <a:off x="838200" y="2075440"/>
            <a:ext cx="10515000" cy="1630880"/>
          </a:xfrm>
        </p:spPr>
        <p:txBody>
          <a:bodyPr wrap="square" anchor="b">
            <a:normAutofit/>
          </a:bodyPr>
          <a:lstStyle>
            <a:lvl1pPr algn="ctr">
              <a:lnSpc>
                <a:spcPct val="100000"/>
              </a:lnSpc>
              <a:defRPr sz="6200">
                <a:solidFill>
                  <a:schemeClr val="lt1">
                    <a:lumMod val="100000"/>
                  </a:schemeClr>
                </a:solidFill>
                <a:latin typeface="+mj-ea"/>
                <a:ea typeface="+mj-ea"/>
              </a:defRPr>
            </a:lvl1pPr>
          </a:lstStyle>
          <a:p>
            <a:r>
              <a:rPr lang="zh-CN" altLang="en-US" dirty="0"/>
              <a:t>单击此处编辑母版标题样式</a:t>
            </a:r>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24" name="署名占位符 10"/>
          <p:cNvSpPr>
            <a:spLocks noGrp="1"/>
          </p:cNvSpPr>
          <p:nvPr>
            <p:ph type="body" sz="quarter" idx="17" hasCustomPrompt="1"/>
            <p:custDataLst>
              <p:tags r:id="rId9"/>
            </p:custDataLst>
          </p:nvPr>
        </p:nvSpPr>
        <p:spPr>
          <a:xfrm>
            <a:off x="838200" y="4312253"/>
            <a:ext cx="10515000" cy="488348"/>
          </a:xfrm>
        </p:spPr>
        <p:txBody>
          <a:bodyPr wrap="square" anchor="t">
            <a:normAutofit/>
          </a:bodyPr>
          <a:lstStyle>
            <a:lvl1pPr marL="0" indent="0" algn="ctr">
              <a:lnSpc>
                <a:spcPct val="100000"/>
              </a:lnSpc>
              <a:buNone/>
              <a:defRPr sz="1800">
                <a:solidFill>
                  <a:schemeClr val="lt1">
                    <a:lumMod val="100000"/>
                  </a:schemeClr>
                </a:solidFill>
              </a:defRPr>
            </a:lvl1pPr>
          </a:lstStyle>
          <a:p>
            <a:pPr lvl="0"/>
            <a:r>
              <a:rPr lang="zh-CN" altLang="en-US" dirty="0"/>
              <a:t>署名</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8" name="图片 7" descr="C:/Users/ADMIN/AppData/Local/Temp/fig2wpp/@png2x_bg-2583&amp;3791.png"/>
          <p:cNvPicPr>
            <a:picLocks noChangeAspect="1"/>
          </p:cNvPicPr>
          <p:nvPr userDrawn="1">
            <p:custDataLst>
              <p:tags r:id="rId1"/>
            </p:custDataLst>
          </p:nvPr>
        </p:nvPicPr>
        <p:blipFill>
          <a:blip r:embed="rId11" r:link="rId12"/>
          <a:stretch>
            <a:fillRect/>
          </a:stretch>
        </p:blipFill>
        <p:spPr>
          <a:xfrm>
            <a:off x="0" y="0"/>
            <a:ext cx="12192000" cy="6858000"/>
          </a:xfrm>
          <a:prstGeom prst="rect">
            <a:avLst/>
          </a:prstGeom>
        </p:spPr>
      </p:pic>
      <p:sp>
        <p:nvSpPr>
          <p:cNvPr id="9" name="矩形 8"/>
          <p:cNvSpPr/>
          <p:nvPr userDrawn="1">
            <p:custDataLst>
              <p:tags r:id="rId2"/>
            </p:custDataLst>
          </p:nvPr>
        </p:nvSpPr>
        <p:spPr>
          <a:xfrm>
            <a:off x="318" y="1562100"/>
            <a:ext cx="12191365" cy="3238500"/>
          </a:xfrm>
          <a:prstGeom prst="rect">
            <a:avLst/>
          </a:prstGeom>
          <a:gradFill>
            <a:gsLst>
              <a:gs pos="0">
                <a:schemeClr val="accent1">
                  <a:lumMod val="75000"/>
                  <a:alpha val="100000"/>
                </a:schemeClr>
              </a:gs>
              <a:gs pos="100000">
                <a:schemeClr val="accent1">
                  <a:lumMod val="5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Freeform 10"/>
          <p:cNvSpPr/>
          <p:nvPr userDrawn="1">
            <p:custDataLst>
              <p:tags r:id="rId3"/>
            </p:custDataLst>
          </p:nvPr>
        </p:nvSpPr>
        <p:spPr bwMode="auto">
          <a:xfrm>
            <a:off x="625287" y="2461446"/>
            <a:ext cx="10941426" cy="1439808"/>
          </a:xfrm>
          <a:custGeom>
            <a:avLst/>
            <a:gdLst>
              <a:gd name="T0" fmla="*/ 12960 w 23822"/>
              <a:gd name="T1" fmla="*/ 1770 h 3115"/>
              <a:gd name="T2" fmla="*/ 3135 w 23822"/>
              <a:gd name="T3" fmla="*/ 682 h 3115"/>
              <a:gd name="T4" fmla="*/ 4187 w 23822"/>
              <a:gd name="T5" fmla="*/ 2207 h 3115"/>
              <a:gd name="T6" fmla="*/ 3518 w 23822"/>
              <a:gd name="T7" fmla="*/ 682 h 3115"/>
              <a:gd name="T8" fmla="*/ 18941 w 23822"/>
              <a:gd name="T9" fmla="*/ 873 h 3115"/>
              <a:gd name="T10" fmla="*/ 19478 w 23822"/>
              <a:gd name="T11" fmla="*/ 2487 h 3115"/>
              <a:gd name="T12" fmla="*/ 20012 w 23822"/>
              <a:gd name="T13" fmla="*/ 873 h 3115"/>
              <a:gd name="T14" fmla="*/ 21929 w 23822"/>
              <a:gd name="T15" fmla="*/ 53 h 3115"/>
              <a:gd name="T16" fmla="*/ 23152 w 23822"/>
              <a:gd name="T17" fmla="*/ 53 h 3115"/>
              <a:gd name="T18" fmla="*/ 23240 w 23822"/>
              <a:gd name="T19" fmla="*/ 3061 h 3115"/>
              <a:gd name="T20" fmla="*/ 21983 w 23822"/>
              <a:gd name="T21" fmla="*/ 3061 h 3115"/>
              <a:gd name="T22" fmla="*/ 16972 w 23822"/>
              <a:gd name="T23" fmla="*/ 53 h 3115"/>
              <a:gd name="T24" fmla="*/ 16972 w 23822"/>
              <a:gd name="T25" fmla="*/ 3061 h 3115"/>
              <a:gd name="T26" fmla="*/ 16616 w 23822"/>
              <a:gd name="T27" fmla="*/ 53 h 3115"/>
              <a:gd name="T28" fmla="*/ 15777 w 23822"/>
              <a:gd name="T29" fmla="*/ 3061 h 3115"/>
              <a:gd name="T30" fmla="*/ 14263 w 23822"/>
              <a:gd name="T31" fmla="*/ 682 h 3115"/>
              <a:gd name="T32" fmla="*/ 12994 w 23822"/>
              <a:gd name="T33" fmla="*/ 53 h 3115"/>
              <a:gd name="T34" fmla="*/ 13182 w 23822"/>
              <a:gd name="T35" fmla="*/ 2398 h 3115"/>
              <a:gd name="T36" fmla="*/ 11178 w 23822"/>
              <a:gd name="T37" fmla="*/ 3061 h 3115"/>
              <a:gd name="T38" fmla="*/ 6207 w 23822"/>
              <a:gd name="T39" fmla="*/ 53 h 3115"/>
              <a:gd name="T40" fmla="*/ 6763 w 23822"/>
              <a:gd name="T41" fmla="*/ 2487 h 3115"/>
              <a:gd name="T42" fmla="*/ 7318 w 23822"/>
              <a:gd name="T43" fmla="*/ 53 h 3115"/>
              <a:gd name="T44" fmla="*/ 7839 w 23822"/>
              <a:gd name="T45" fmla="*/ 2533 h 3115"/>
              <a:gd name="T46" fmla="*/ 6111 w 23822"/>
              <a:gd name="T47" fmla="*/ 2966 h 3115"/>
              <a:gd name="T48" fmla="*/ 5536 w 23822"/>
              <a:gd name="T49" fmla="*/ 53 h 3115"/>
              <a:gd name="T50" fmla="*/ 4396 w 23822"/>
              <a:gd name="T51" fmla="*/ 231 h 3115"/>
              <a:gd name="T52" fmla="*/ 4925 w 23822"/>
              <a:gd name="T53" fmla="*/ 2368 h 3115"/>
              <a:gd name="T54" fmla="*/ 2464 w 23822"/>
              <a:gd name="T55" fmla="*/ 3061 h 3115"/>
              <a:gd name="T56" fmla="*/ 2024 w 23822"/>
              <a:gd name="T57" fmla="*/ 53 h 3115"/>
              <a:gd name="T58" fmla="*/ 671 w 23822"/>
              <a:gd name="T59" fmla="*/ 1230 h 3115"/>
              <a:gd name="T60" fmla="*/ 671 w 23822"/>
              <a:gd name="T61" fmla="*/ 1839 h 3115"/>
              <a:gd name="T62" fmla="*/ 2070 w 23822"/>
              <a:gd name="T63" fmla="*/ 3061 h 3115"/>
              <a:gd name="T64" fmla="*/ 19478 w 23822"/>
              <a:gd name="T65" fmla="*/ 0 h 3115"/>
              <a:gd name="T66" fmla="*/ 20892 w 23822"/>
              <a:gd name="T67" fmla="*/ 1559 h 3115"/>
              <a:gd name="T68" fmla="*/ 19478 w 23822"/>
              <a:gd name="T69" fmla="*/ 3115 h 3115"/>
              <a:gd name="T70" fmla="*/ 18060 w 23822"/>
              <a:gd name="T71" fmla="*/ 1559 h 3115"/>
              <a:gd name="T72" fmla="*/ 19478 w 23822"/>
              <a:gd name="T73" fmla="*/ 0 h 3115"/>
              <a:gd name="T74" fmla="*/ 11010 w 23822"/>
              <a:gd name="T75" fmla="*/ 743 h 3115"/>
              <a:gd name="T76" fmla="*/ 9841 w 23822"/>
              <a:gd name="T77" fmla="*/ 628 h 3115"/>
              <a:gd name="T78" fmla="*/ 9102 w 23822"/>
              <a:gd name="T79" fmla="*/ 1544 h 3115"/>
              <a:gd name="T80" fmla="*/ 9841 w 23822"/>
              <a:gd name="T81" fmla="*/ 2487 h 3115"/>
              <a:gd name="T82" fmla="*/ 11018 w 23822"/>
              <a:gd name="T83" fmla="*/ 2372 h 3115"/>
              <a:gd name="T84" fmla="*/ 9102 w 23822"/>
              <a:gd name="T85" fmla="*/ 2920 h 3115"/>
              <a:gd name="T86" fmla="*/ 8596 w 23822"/>
              <a:gd name="T87" fmla="*/ 733 h 3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22" h="3115">
                <a:moveTo>
                  <a:pt x="12642" y="935"/>
                </a:moveTo>
                <a:lnTo>
                  <a:pt x="12347" y="1770"/>
                </a:lnTo>
                <a:lnTo>
                  <a:pt x="12960" y="1770"/>
                </a:lnTo>
                <a:lnTo>
                  <a:pt x="12665" y="935"/>
                </a:lnTo>
                <a:lnTo>
                  <a:pt x="12642" y="935"/>
                </a:lnTo>
                <a:close/>
                <a:moveTo>
                  <a:pt x="3135" y="682"/>
                </a:moveTo>
                <a:lnTo>
                  <a:pt x="3135" y="2433"/>
                </a:lnTo>
                <a:lnTo>
                  <a:pt x="3488" y="2433"/>
                </a:lnTo>
                <a:cubicBezTo>
                  <a:pt x="3792" y="2433"/>
                  <a:pt x="4025" y="2358"/>
                  <a:pt x="4187" y="2207"/>
                </a:cubicBezTo>
                <a:cubicBezTo>
                  <a:pt x="4349" y="2056"/>
                  <a:pt x="4430" y="1840"/>
                  <a:pt x="4430" y="1559"/>
                </a:cubicBezTo>
                <a:cubicBezTo>
                  <a:pt x="4430" y="1276"/>
                  <a:pt x="4352" y="1059"/>
                  <a:pt x="4195" y="908"/>
                </a:cubicBezTo>
                <a:cubicBezTo>
                  <a:pt x="4037" y="757"/>
                  <a:pt x="3812" y="682"/>
                  <a:pt x="3518" y="682"/>
                </a:cubicBezTo>
                <a:lnTo>
                  <a:pt x="3135" y="682"/>
                </a:lnTo>
                <a:close/>
                <a:moveTo>
                  <a:pt x="19478" y="628"/>
                </a:moveTo>
                <a:cubicBezTo>
                  <a:pt x="19251" y="628"/>
                  <a:pt x="19072" y="710"/>
                  <a:pt x="18941" y="873"/>
                </a:cubicBezTo>
                <a:cubicBezTo>
                  <a:pt x="18811" y="1037"/>
                  <a:pt x="18746" y="1265"/>
                  <a:pt x="18746" y="1559"/>
                </a:cubicBezTo>
                <a:cubicBezTo>
                  <a:pt x="18746" y="1853"/>
                  <a:pt x="18811" y="2081"/>
                  <a:pt x="18941" y="2243"/>
                </a:cubicBezTo>
                <a:cubicBezTo>
                  <a:pt x="19072" y="2405"/>
                  <a:pt x="19251" y="2487"/>
                  <a:pt x="19478" y="2487"/>
                </a:cubicBezTo>
                <a:cubicBezTo>
                  <a:pt x="19703" y="2487"/>
                  <a:pt x="19880" y="2405"/>
                  <a:pt x="20011" y="2243"/>
                </a:cubicBezTo>
                <a:cubicBezTo>
                  <a:pt x="20141" y="2081"/>
                  <a:pt x="20206" y="1853"/>
                  <a:pt x="20206" y="1559"/>
                </a:cubicBezTo>
                <a:cubicBezTo>
                  <a:pt x="20206" y="1265"/>
                  <a:pt x="20141" y="1037"/>
                  <a:pt x="20012" y="873"/>
                </a:cubicBezTo>
                <a:cubicBezTo>
                  <a:pt x="19883" y="710"/>
                  <a:pt x="19705" y="628"/>
                  <a:pt x="19478" y="628"/>
                </a:cubicBezTo>
                <a:close/>
                <a:moveTo>
                  <a:pt x="21312" y="53"/>
                </a:moveTo>
                <a:lnTo>
                  <a:pt x="21929" y="53"/>
                </a:lnTo>
                <a:lnTo>
                  <a:pt x="23129" y="1827"/>
                </a:lnTo>
                <a:lnTo>
                  <a:pt x="23152" y="1827"/>
                </a:lnTo>
                <a:lnTo>
                  <a:pt x="23152" y="53"/>
                </a:lnTo>
                <a:lnTo>
                  <a:pt x="23822" y="53"/>
                </a:lnTo>
                <a:lnTo>
                  <a:pt x="23822" y="3061"/>
                </a:lnTo>
                <a:lnTo>
                  <a:pt x="23240" y="3061"/>
                </a:lnTo>
                <a:lnTo>
                  <a:pt x="22006" y="1287"/>
                </a:lnTo>
                <a:lnTo>
                  <a:pt x="21983" y="1287"/>
                </a:lnTo>
                <a:lnTo>
                  <a:pt x="21983" y="3061"/>
                </a:lnTo>
                <a:lnTo>
                  <a:pt x="21312" y="3061"/>
                </a:lnTo>
                <a:lnTo>
                  <a:pt x="21312" y="53"/>
                </a:lnTo>
                <a:close/>
                <a:moveTo>
                  <a:pt x="16972" y="53"/>
                </a:moveTo>
                <a:lnTo>
                  <a:pt x="17643" y="53"/>
                </a:lnTo>
                <a:lnTo>
                  <a:pt x="17643" y="3061"/>
                </a:lnTo>
                <a:lnTo>
                  <a:pt x="16972" y="3061"/>
                </a:lnTo>
                <a:lnTo>
                  <a:pt x="16972" y="53"/>
                </a:lnTo>
                <a:close/>
                <a:moveTo>
                  <a:pt x="14263" y="53"/>
                </a:moveTo>
                <a:lnTo>
                  <a:pt x="16616" y="53"/>
                </a:lnTo>
                <a:lnTo>
                  <a:pt x="16616" y="682"/>
                </a:lnTo>
                <a:lnTo>
                  <a:pt x="15777" y="682"/>
                </a:lnTo>
                <a:lnTo>
                  <a:pt x="15777" y="3061"/>
                </a:lnTo>
                <a:lnTo>
                  <a:pt x="15106" y="3061"/>
                </a:lnTo>
                <a:lnTo>
                  <a:pt x="15106" y="682"/>
                </a:lnTo>
                <a:lnTo>
                  <a:pt x="14263" y="682"/>
                </a:lnTo>
                <a:lnTo>
                  <a:pt x="14263" y="53"/>
                </a:lnTo>
                <a:close/>
                <a:moveTo>
                  <a:pt x="12308" y="53"/>
                </a:moveTo>
                <a:lnTo>
                  <a:pt x="12994" y="53"/>
                </a:lnTo>
                <a:lnTo>
                  <a:pt x="14129" y="3061"/>
                </a:lnTo>
                <a:lnTo>
                  <a:pt x="13416" y="3061"/>
                </a:lnTo>
                <a:lnTo>
                  <a:pt x="13182" y="2398"/>
                </a:lnTo>
                <a:lnTo>
                  <a:pt x="12121" y="2398"/>
                </a:lnTo>
                <a:lnTo>
                  <a:pt x="11887" y="3061"/>
                </a:lnTo>
                <a:lnTo>
                  <a:pt x="11178" y="3061"/>
                </a:lnTo>
                <a:lnTo>
                  <a:pt x="12308" y="53"/>
                </a:lnTo>
                <a:close/>
                <a:moveTo>
                  <a:pt x="5536" y="53"/>
                </a:moveTo>
                <a:lnTo>
                  <a:pt x="6207" y="53"/>
                </a:lnTo>
                <a:lnTo>
                  <a:pt x="6207" y="1824"/>
                </a:lnTo>
                <a:cubicBezTo>
                  <a:pt x="6207" y="2028"/>
                  <a:pt x="6257" y="2190"/>
                  <a:pt x="6356" y="2308"/>
                </a:cubicBezTo>
                <a:cubicBezTo>
                  <a:pt x="6456" y="2427"/>
                  <a:pt x="6591" y="2487"/>
                  <a:pt x="6763" y="2487"/>
                </a:cubicBezTo>
                <a:cubicBezTo>
                  <a:pt x="6934" y="2487"/>
                  <a:pt x="7069" y="2428"/>
                  <a:pt x="7169" y="2312"/>
                </a:cubicBezTo>
                <a:cubicBezTo>
                  <a:pt x="7268" y="2196"/>
                  <a:pt x="7318" y="2038"/>
                  <a:pt x="7318" y="1839"/>
                </a:cubicBezTo>
                <a:lnTo>
                  <a:pt x="7318" y="53"/>
                </a:lnTo>
                <a:lnTo>
                  <a:pt x="7989" y="53"/>
                </a:lnTo>
                <a:lnTo>
                  <a:pt x="7989" y="1866"/>
                </a:lnTo>
                <a:cubicBezTo>
                  <a:pt x="7989" y="2121"/>
                  <a:pt x="7939" y="2344"/>
                  <a:pt x="7839" y="2533"/>
                </a:cubicBezTo>
                <a:cubicBezTo>
                  <a:pt x="7740" y="2722"/>
                  <a:pt x="7597" y="2866"/>
                  <a:pt x="7412" y="2966"/>
                </a:cubicBezTo>
                <a:cubicBezTo>
                  <a:pt x="7227" y="3065"/>
                  <a:pt x="7010" y="3115"/>
                  <a:pt x="6763" y="3115"/>
                </a:cubicBezTo>
                <a:cubicBezTo>
                  <a:pt x="6512" y="3115"/>
                  <a:pt x="6295" y="3065"/>
                  <a:pt x="6111" y="2966"/>
                </a:cubicBezTo>
                <a:cubicBezTo>
                  <a:pt x="5927" y="2866"/>
                  <a:pt x="5785" y="2722"/>
                  <a:pt x="5686" y="2534"/>
                </a:cubicBezTo>
                <a:cubicBezTo>
                  <a:pt x="5586" y="2347"/>
                  <a:pt x="5536" y="2124"/>
                  <a:pt x="5536" y="1866"/>
                </a:cubicBezTo>
                <a:lnTo>
                  <a:pt x="5536" y="53"/>
                </a:lnTo>
                <a:close/>
                <a:moveTo>
                  <a:pt x="2464" y="53"/>
                </a:moveTo>
                <a:lnTo>
                  <a:pt x="3549" y="53"/>
                </a:lnTo>
                <a:cubicBezTo>
                  <a:pt x="3878" y="53"/>
                  <a:pt x="4161" y="113"/>
                  <a:pt x="4396" y="231"/>
                </a:cubicBezTo>
                <a:cubicBezTo>
                  <a:pt x="4631" y="350"/>
                  <a:pt x="4810" y="523"/>
                  <a:pt x="4932" y="749"/>
                </a:cubicBezTo>
                <a:cubicBezTo>
                  <a:pt x="5055" y="975"/>
                  <a:pt x="5116" y="1245"/>
                  <a:pt x="5116" y="1559"/>
                </a:cubicBezTo>
                <a:cubicBezTo>
                  <a:pt x="5116" y="1873"/>
                  <a:pt x="5052" y="2143"/>
                  <a:pt x="4925" y="2368"/>
                </a:cubicBezTo>
                <a:cubicBezTo>
                  <a:pt x="4797" y="2593"/>
                  <a:pt x="4611" y="2764"/>
                  <a:pt x="4367" y="2883"/>
                </a:cubicBezTo>
                <a:cubicBezTo>
                  <a:pt x="4123" y="3002"/>
                  <a:pt x="3829" y="3061"/>
                  <a:pt x="3484" y="3061"/>
                </a:cubicBezTo>
                <a:lnTo>
                  <a:pt x="2464" y="3061"/>
                </a:lnTo>
                <a:lnTo>
                  <a:pt x="2464" y="53"/>
                </a:lnTo>
                <a:close/>
                <a:moveTo>
                  <a:pt x="0" y="53"/>
                </a:moveTo>
                <a:lnTo>
                  <a:pt x="2024" y="53"/>
                </a:lnTo>
                <a:lnTo>
                  <a:pt x="2024" y="663"/>
                </a:lnTo>
                <a:lnTo>
                  <a:pt x="671" y="663"/>
                </a:lnTo>
                <a:lnTo>
                  <a:pt x="671" y="1230"/>
                </a:lnTo>
                <a:lnTo>
                  <a:pt x="1951" y="1230"/>
                </a:lnTo>
                <a:lnTo>
                  <a:pt x="1951" y="1839"/>
                </a:lnTo>
                <a:lnTo>
                  <a:pt x="671" y="1839"/>
                </a:lnTo>
                <a:lnTo>
                  <a:pt x="671" y="2452"/>
                </a:lnTo>
                <a:lnTo>
                  <a:pt x="2070" y="2452"/>
                </a:lnTo>
                <a:lnTo>
                  <a:pt x="2070" y="3061"/>
                </a:lnTo>
                <a:lnTo>
                  <a:pt x="0" y="3061"/>
                </a:lnTo>
                <a:lnTo>
                  <a:pt x="0" y="53"/>
                </a:lnTo>
                <a:close/>
                <a:moveTo>
                  <a:pt x="19478" y="0"/>
                </a:moveTo>
                <a:cubicBezTo>
                  <a:pt x="19767" y="0"/>
                  <a:pt x="20017" y="62"/>
                  <a:pt x="20229" y="185"/>
                </a:cubicBezTo>
                <a:cubicBezTo>
                  <a:pt x="20441" y="309"/>
                  <a:pt x="20605" y="488"/>
                  <a:pt x="20719" y="722"/>
                </a:cubicBezTo>
                <a:cubicBezTo>
                  <a:pt x="20834" y="956"/>
                  <a:pt x="20892" y="1235"/>
                  <a:pt x="20892" y="1559"/>
                </a:cubicBezTo>
                <a:cubicBezTo>
                  <a:pt x="20892" y="1881"/>
                  <a:pt x="20834" y="2159"/>
                  <a:pt x="20719" y="2393"/>
                </a:cubicBezTo>
                <a:cubicBezTo>
                  <a:pt x="20605" y="2626"/>
                  <a:pt x="20441" y="2805"/>
                  <a:pt x="20229" y="2929"/>
                </a:cubicBezTo>
                <a:cubicBezTo>
                  <a:pt x="20017" y="3053"/>
                  <a:pt x="19767" y="3115"/>
                  <a:pt x="19478" y="3115"/>
                </a:cubicBezTo>
                <a:cubicBezTo>
                  <a:pt x="19187" y="3115"/>
                  <a:pt x="18935" y="3053"/>
                  <a:pt x="18723" y="2929"/>
                </a:cubicBezTo>
                <a:cubicBezTo>
                  <a:pt x="18511" y="2805"/>
                  <a:pt x="18347" y="2626"/>
                  <a:pt x="18233" y="2393"/>
                </a:cubicBezTo>
                <a:cubicBezTo>
                  <a:pt x="18118" y="2159"/>
                  <a:pt x="18060" y="1881"/>
                  <a:pt x="18060" y="1559"/>
                </a:cubicBezTo>
                <a:cubicBezTo>
                  <a:pt x="18060" y="1235"/>
                  <a:pt x="18118" y="956"/>
                  <a:pt x="18233" y="722"/>
                </a:cubicBezTo>
                <a:cubicBezTo>
                  <a:pt x="18347" y="488"/>
                  <a:pt x="18511" y="309"/>
                  <a:pt x="18723" y="185"/>
                </a:cubicBezTo>
                <a:cubicBezTo>
                  <a:pt x="18935" y="62"/>
                  <a:pt x="19187" y="0"/>
                  <a:pt x="19478" y="0"/>
                </a:cubicBezTo>
                <a:close/>
                <a:moveTo>
                  <a:pt x="9880" y="0"/>
                </a:moveTo>
                <a:cubicBezTo>
                  <a:pt x="10145" y="0"/>
                  <a:pt x="10373" y="65"/>
                  <a:pt x="10562" y="197"/>
                </a:cubicBezTo>
                <a:cubicBezTo>
                  <a:pt x="10751" y="329"/>
                  <a:pt x="10900" y="511"/>
                  <a:pt x="11010" y="743"/>
                </a:cubicBezTo>
                <a:lnTo>
                  <a:pt x="10416" y="1007"/>
                </a:lnTo>
                <a:cubicBezTo>
                  <a:pt x="10363" y="882"/>
                  <a:pt x="10285" y="788"/>
                  <a:pt x="10184" y="724"/>
                </a:cubicBezTo>
                <a:cubicBezTo>
                  <a:pt x="10083" y="660"/>
                  <a:pt x="9969" y="628"/>
                  <a:pt x="9841" y="628"/>
                </a:cubicBezTo>
                <a:cubicBezTo>
                  <a:pt x="9696" y="628"/>
                  <a:pt x="9567" y="666"/>
                  <a:pt x="9456" y="741"/>
                </a:cubicBezTo>
                <a:cubicBezTo>
                  <a:pt x="9345" y="816"/>
                  <a:pt x="9258" y="923"/>
                  <a:pt x="9196" y="1061"/>
                </a:cubicBezTo>
                <a:cubicBezTo>
                  <a:pt x="9133" y="1199"/>
                  <a:pt x="9102" y="1360"/>
                  <a:pt x="9102" y="1544"/>
                </a:cubicBezTo>
                <a:cubicBezTo>
                  <a:pt x="9102" y="1733"/>
                  <a:pt x="9133" y="1898"/>
                  <a:pt x="9196" y="2040"/>
                </a:cubicBezTo>
                <a:cubicBezTo>
                  <a:pt x="9258" y="2182"/>
                  <a:pt x="9345" y="2292"/>
                  <a:pt x="9456" y="2370"/>
                </a:cubicBezTo>
                <a:cubicBezTo>
                  <a:pt x="9567" y="2448"/>
                  <a:pt x="9696" y="2487"/>
                  <a:pt x="9841" y="2487"/>
                </a:cubicBezTo>
                <a:cubicBezTo>
                  <a:pt x="9964" y="2487"/>
                  <a:pt x="10075" y="2454"/>
                  <a:pt x="10173" y="2389"/>
                </a:cubicBezTo>
                <a:cubicBezTo>
                  <a:pt x="10271" y="2324"/>
                  <a:pt x="10355" y="2230"/>
                  <a:pt x="10424" y="2107"/>
                </a:cubicBezTo>
                <a:lnTo>
                  <a:pt x="11018" y="2372"/>
                </a:lnTo>
                <a:cubicBezTo>
                  <a:pt x="10905" y="2609"/>
                  <a:pt x="10748" y="2792"/>
                  <a:pt x="10545" y="2922"/>
                </a:cubicBezTo>
                <a:cubicBezTo>
                  <a:pt x="10341" y="3051"/>
                  <a:pt x="10108" y="3115"/>
                  <a:pt x="9845" y="3115"/>
                </a:cubicBezTo>
                <a:cubicBezTo>
                  <a:pt x="9567" y="3115"/>
                  <a:pt x="9319" y="3050"/>
                  <a:pt x="9102" y="2920"/>
                </a:cubicBezTo>
                <a:cubicBezTo>
                  <a:pt x="8885" y="2789"/>
                  <a:pt x="8715" y="2605"/>
                  <a:pt x="8594" y="2366"/>
                </a:cubicBezTo>
                <a:cubicBezTo>
                  <a:pt x="8473" y="2127"/>
                  <a:pt x="8412" y="1853"/>
                  <a:pt x="8412" y="1544"/>
                </a:cubicBezTo>
                <a:cubicBezTo>
                  <a:pt x="8412" y="1237"/>
                  <a:pt x="8473" y="967"/>
                  <a:pt x="8596" y="733"/>
                </a:cubicBezTo>
                <a:cubicBezTo>
                  <a:pt x="8719" y="500"/>
                  <a:pt x="8891" y="319"/>
                  <a:pt x="9113" y="191"/>
                </a:cubicBezTo>
                <a:cubicBezTo>
                  <a:pt x="9336" y="63"/>
                  <a:pt x="9591" y="0"/>
                  <a:pt x="9880"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pic>
        <p:nvPicPr>
          <p:cNvPr id="15" name="图片 14" descr="C:/Users/ADMIN/AppData/Local/Temp/fig2wpp/@png2x-2574&amp;2537.png"/>
          <p:cNvPicPr>
            <a:picLocks noChangeAspect="1"/>
          </p:cNvPicPr>
          <p:nvPr userDrawn="1">
            <p:custDataLst>
              <p:tags r:id="rId4"/>
            </p:custDataLst>
          </p:nvPr>
        </p:nvPicPr>
        <p:blipFill>
          <a:blip r:embed="rId13" r:link="rId12"/>
          <a:srcRect b="11680"/>
          <a:stretch>
            <a:fillRect/>
          </a:stretch>
        </p:blipFill>
        <p:spPr>
          <a:xfrm>
            <a:off x="4352925" y="673100"/>
            <a:ext cx="3486150" cy="1574800"/>
          </a:xfrm>
          <a:prstGeom prst="rect">
            <a:avLst/>
          </a:prstGeom>
          <a:effectLst>
            <a:outerShdw blurRad="279400" dist="50800" dir="2640000" algn="t" rotWithShape="0">
              <a:schemeClr val="accent1">
                <a:lumMod val="50000"/>
                <a:alpha val="56000"/>
              </a:schemeClr>
            </a:outerShdw>
          </a:effectLst>
        </p:spPr>
      </p:pic>
      <p:sp>
        <p:nvSpPr>
          <p:cNvPr id="2" name="标题 1"/>
          <p:cNvSpPr>
            <a:spLocks noGrp="1"/>
          </p:cNvSpPr>
          <p:nvPr>
            <p:ph type="ctrTitle"/>
            <p:custDataLst>
              <p:tags r:id="rId5"/>
            </p:custDataLst>
          </p:nvPr>
        </p:nvSpPr>
        <p:spPr>
          <a:xfrm>
            <a:off x="838200" y="2145664"/>
            <a:ext cx="10515600" cy="1540715"/>
          </a:xfrm>
        </p:spPr>
        <p:txBody>
          <a:bodyPr wrap="square" anchor="b">
            <a:normAutofit/>
          </a:bodyPr>
          <a:lstStyle>
            <a:lvl1pPr algn="ctr">
              <a:lnSpc>
                <a:spcPct val="100000"/>
              </a:lnSpc>
              <a:defRPr sz="6200">
                <a:solidFill>
                  <a:schemeClr val="lt1">
                    <a:lumMod val="100000"/>
                  </a:schemeClr>
                </a:solidFill>
                <a:latin typeface="+mj-ea"/>
                <a:ea typeface="+mj-ea"/>
              </a:defRPr>
            </a:lvl1pPr>
          </a:lstStyle>
          <a:p>
            <a:r>
              <a:rPr lang="zh-CN" altLang="en-US" dirty="0"/>
              <a:t>单击此处编辑母版标题样式</a:t>
            </a:r>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11"/>
            <p:custDataLst>
              <p:tags r:id="rId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24" name="署名占位符 10"/>
          <p:cNvSpPr>
            <a:spLocks noGrp="1"/>
          </p:cNvSpPr>
          <p:nvPr>
            <p:ph type="body" sz="quarter" idx="17" hasCustomPrompt="1"/>
            <p:custDataLst>
              <p:tags r:id="rId9"/>
            </p:custDataLst>
          </p:nvPr>
        </p:nvSpPr>
        <p:spPr>
          <a:xfrm>
            <a:off x="838200" y="4314825"/>
            <a:ext cx="10515600" cy="485776"/>
          </a:xfrm>
        </p:spPr>
        <p:txBody>
          <a:bodyPr wrap="square" anchor="t">
            <a:normAutofit/>
          </a:bodyPr>
          <a:lstStyle>
            <a:lvl1pPr marL="0" indent="0" algn="ctr">
              <a:lnSpc>
                <a:spcPct val="100000"/>
              </a:lnSpc>
              <a:buNone/>
              <a:defRPr sz="1800">
                <a:solidFill>
                  <a:schemeClr val="lt1">
                    <a:lumMod val="100000"/>
                  </a:schemeClr>
                </a:solidFill>
              </a:defRPr>
            </a:lvl1pPr>
          </a:lstStyle>
          <a:p>
            <a:pPr lvl="0"/>
            <a:r>
              <a:rPr lang="zh-CN" altLang="en-US" dirty="0"/>
              <a:t>署名</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pic>
        <p:nvPicPr>
          <p:cNvPr id="6" name="图片 5" descr="C:/Users/ADMIN/AppData/Local/Temp/fig2wpp/@png2x_bg-2558&amp;1200.png"/>
          <p:cNvPicPr>
            <a:picLocks noChangeAspect="1"/>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4" name="矩形 3"/>
          <p:cNvSpPr/>
          <p:nvPr userDrawn="1">
            <p:custDataLst>
              <p:tags r:id="rId2"/>
            </p:custDataLst>
          </p:nvPr>
        </p:nvSpPr>
        <p:spPr>
          <a:xfrm>
            <a:off x="318" y="0"/>
            <a:ext cx="12191365" cy="2590165"/>
          </a:xfrm>
          <a:prstGeom prst="rect">
            <a:avLst/>
          </a:prstGeom>
          <a:gradFill>
            <a:gsLst>
              <a:gs pos="0">
                <a:schemeClr val="accent1">
                  <a:lumMod val="75000"/>
                  <a:alpha val="100000"/>
                </a:schemeClr>
              </a:gs>
              <a:gs pos="100000">
                <a:schemeClr val="accent1">
                  <a:lumMod val="50000"/>
                  <a:alpha val="10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1" name="Freeform 14"/>
          <p:cNvSpPr/>
          <p:nvPr userDrawn="1">
            <p:custDataLst>
              <p:tags r:id="rId3"/>
            </p:custDataLst>
          </p:nvPr>
        </p:nvSpPr>
        <p:spPr bwMode="auto">
          <a:xfrm>
            <a:off x="1067228" y="583261"/>
            <a:ext cx="10057544" cy="1423642"/>
          </a:xfrm>
          <a:custGeom>
            <a:avLst/>
            <a:gdLst>
              <a:gd name="T0" fmla="*/ 4307 w 26397"/>
              <a:gd name="T1" fmla="*/ 1872 h 3739"/>
              <a:gd name="T2" fmla="*/ 5825 w 26397"/>
              <a:gd name="T3" fmla="*/ 2693 h 3739"/>
              <a:gd name="T4" fmla="*/ 5186 w 26397"/>
              <a:gd name="T5" fmla="*/ 754 h 3739"/>
              <a:gd name="T6" fmla="*/ 23302 w 26397"/>
              <a:gd name="T7" fmla="*/ 818 h 3739"/>
              <a:gd name="T8" fmla="*/ 21490 w 26397"/>
              <a:gd name="T9" fmla="*/ 3675 h 3739"/>
              <a:gd name="T10" fmla="*/ 20478 w 26397"/>
              <a:gd name="T11" fmla="*/ 64 h 3739"/>
              <a:gd name="T12" fmla="*/ 19218 w 26397"/>
              <a:gd name="T13" fmla="*/ 2194 h 3739"/>
              <a:gd name="T14" fmla="*/ 20050 w 26397"/>
              <a:gd name="T15" fmla="*/ 64 h 3739"/>
              <a:gd name="T16" fmla="*/ 17870 w 26397"/>
              <a:gd name="T17" fmla="*/ 1545 h 3739"/>
              <a:gd name="T18" fmla="*/ 17037 w 26397"/>
              <a:gd name="T19" fmla="*/ 3675 h 3739"/>
              <a:gd name="T20" fmla="*/ 16510 w 26397"/>
              <a:gd name="T21" fmla="*/ 64 h 3739"/>
              <a:gd name="T22" fmla="*/ 14886 w 26397"/>
              <a:gd name="T23" fmla="*/ 1476 h 3739"/>
              <a:gd name="T24" fmla="*/ 14886 w 26397"/>
              <a:gd name="T25" fmla="*/ 2208 h 3739"/>
              <a:gd name="T26" fmla="*/ 16565 w 26397"/>
              <a:gd name="T27" fmla="*/ 3675 h 3739"/>
              <a:gd name="T28" fmla="*/ 10830 w 26397"/>
              <a:gd name="T29" fmla="*/ 64 h 3739"/>
              <a:gd name="T30" fmla="*/ 12647 w 26397"/>
              <a:gd name="T31" fmla="*/ 818 h 3739"/>
              <a:gd name="T32" fmla="*/ 11842 w 26397"/>
              <a:gd name="T33" fmla="*/ 818 h 3739"/>
              <a:gd name="T34" fmla="*/ 7389 w 26397"/>
              <a:gd name="T35" fmla="*/ 64 h 3739"/>
              <a:gd name="T36" fmla="*/ 9597 w 26397"/>
              <a:gd name="T37" fmla="*/ 2194 h 3739"/>
              <a:gd name="T38" fmla="*/ 10402 w 26397"/>
              <a:gd name="T39" fmla="*/ 3675 h 3739"/>
              <a:gd name="T40" fmla="*/ 8194 w 26397"/>
              <a:gd name="T41" fmla="*/ 1545 h 3739"/>
              <a:gd name="T42" fmla="*/ 7389 w 26397"/>
              <a:gd name="T43" fmla="*/ 64 h 3739"/>
              <a:gd name="T44" fmla="*/ 25707 w 26397"/>
              <a:gd name="T45" fmla="*/ 1177 h 3739"/>
              <a:gd name="T46" fmla="*/ 24619 w 26397"/>
              <a:gd name="T47" fmla="*/ 828 h 3739"/>
              <a:gd name="T48" fmla="*/ 24737 w 26397"/>
              <a:gd name="T49" fmla="*/ 1389 h 3739"/>
              <a:gd name="T50" fmla="*/ 26199 w 26397"/>
              <a:gd name="T51" fmla="*/ 2042 h 3739"/>
              <a:gd name="T52" fmla="*/ 25698 w 26397"/>
              <a:gd name="T53" fmla="*/ 3597 h 3739"/>
              <a:gd name="T54" fmla="*/ 23513 w 26397"/>
              <a:gd name="T55" fmla="*/ 2847 h 3739"/>
              <a:gd name="T56" fmla="*/ 24967 w 26397"/>
              <a:gd name="T57" fmla="*/ 3008 h 3739"/>
              <a:gd name="T58" fmla="*/ 25500 w 26397"/>
              <a:gd name="T59" fmla="*/ 2479 h 3739"/>
              <a:gd name="T60" fmla="*/ 24251 w 26397"/>
              <a:gd name="T61" fmla="*/ 1996 h 3739"/>
              <a:gd name="T62" fmla="*/ 23819 w 26397"/>
              <a:gd name="T63" fmla="*/ 531 h 3739"/>
              <a:gd name="T64" fmla="*/ 5186 w 26397"/>
              <a:gd name="T65" fmla="*/ 0 h 3739"/>
              <a:gd name="T66" fmla="*/ 6883 w 26397"/>
              <a:gd name="T67" fmla="*/ 1872 h 3739"/>
              <a:gd name="T68" fmla="*/ 5186 w 26397"/>
              <a:gd name="T69" fmla="*/ 3739 h 3739"/>
              <a:gd name="T70" fmla="*/ 3484 w 26397"/>
              <a:gd name="T71" fmla="*/ 1872 h 3739"/>
              <a:gd name="T72" fmla="*/ 5186 w 26397"/>
              <a:gd name="T73" fmla="*/ 0 h 3739"/>
              <a:gd name="T74" fmla="*/ 3119 w 26397"/>
              <a:gd name="T75" fmla="*/ 892 h 3739"/>
              <a:gd name="T76" fmla="*/ 1716 w 26397"/>
              <a:gd name="T77" fmla="*/ 754 h 3739"/>
              <a:gd name="T78" fmla="*/ 828 w 26397"/>
              <a:gd name="T79" fmla="*/ 1853 h 3739"/>
              <a:gd name="T80" fmla="*/ 1716 w 26397"/>
              <a:gd name="T81" fmla="*/ 2985 h 3739"/>
              <a:gd name="T82" fmla="*/ 3128 w 26397"/>
              <a:gd name="T83" fmla="*/ 2847 h 3739"/>
              <a:gd name="T84" fmla="*/ 828 w 26397"/>
              <a:gd name="T85" fmla="*/ 3505 h 3739"/>
              <a:gd name="T86" fmla="*/ 221 w 26397"/>
              <a:gd name="T87" fmla="*/ 881 h 3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397" h="3739">
                <a:moveTo>
                  <a:pt x="5186" y="754"/>
                </a:moveTo>
                <a:cubicBezTo>
                  <a:pt x="4913" y="754"/>
                  <a:pt x="4698" y="852"/>
                  <a:pt x="4542" y="1048"/>
                </a:cubicBezTo>
                <a:cubicBezTo>
                  <a:pt x="4386" y="1245"/>
                  <a:pt x="4307" y="1519"/>
                  <a:pt x="4307" y="1872"/>
                </a:cubicBezTo>
                <a:cubicBezTo>
                  <a:pt x="4307" y="2224"/>
                  <a:pt x="4386" y="2498"/>
                  <a:pt x="4542" y="2693"/>
                </a:cubicBezTo>
                <a:cubicBezTo>
                  <a:pt x="4698" y="2888"/>
                  <a:pt x="4913" y="2985"/>
                  <a:pt x="5186" y="2985"/>
                </a:cubicBezTo>
                <a:cubicBezTo>
                  <a:pt x="5456" y="2985"/>
                  <a:pt x="5669" y="2888"/>
                  <a:pt x="5825" y="2693"/>
                </a:cubicBezTo>
                <a:cubicBezTo>
                  <a:pt x="5982" y="2498"/>
                  <a:pt x="6060" y="2224"/>
                  <a:pt x="6060" y="1872"/>
                </a:cubicBezTo>
                <a:cubicBezTo>
                  <a:pt x="6060" y="1519"/>
                  <a:pt x="5983" y="1245"/>
                  <a:pt x="5828" y="1048"/>
                </a:cubicBezTo>
                <a:cubicBezTo>
                  <a:pt x="5673" y="852"/>
                  <a:pt x="5459" y="754"/>
                  <a:pt x="5186" y="754"/>
                </a:cubicBezTo>
                <a:close/>
                <a:moveTo>
                  <a:pt x="20478" y="64"/>
                </a:moveTo>
                <a:lnTo>
                  <a:pt x="23302" y="64"/>
                </a:lnTo>
                <a:lnTo>
                  <a:pt x="23302" y="818"/>
                </a:lnTo>
                <a:lnTo>
                  <a:pt x="22295" y="818"/>
                </a:lnTo>
                <a:lnTo>
                  <a:pt x="22295" y="3675"/>
                </a:lnTo>
                <a:lnTo>
                  <a:pt x="21490" y="3675"/>
                </a:lnTo>
                <a:lnTo>
                  <a:pt x="21490" y="818"/>
                </a:lnTo>
                <a:lnTo>
                  <a:pt x="20478" y="818"/>
                </a:lnTo>
                <a:lnTo>
                  <a:pt x="20478" y="64"/>
                </a:lnTo>
                <a:close/>
                <a:moveTo>
                  <a:pt x="17037" y="64"/>
                </a:moveTo>
                <a:lnTo>
                  <a:pt x="17778" y="64"/>
                </a:lnTo>
                <a:lnTo>
                  <a:pt x="19218" y="2194"/>
                </a:lnTo>
                <a:lnTo>
                  <a:pt x="19245" y="2194"/>
                </a:lnTo>
                <a:lnTo>
                  <a:pt x="19245" y="64"/>
                </a:lnTo>
                <a:lnTo>
                  <a:pt x="20050" y="64"/>
                </a:lnTo>
                <a:lnTo>
                  <a:pt x="20050" y="3675"/>
                </a:lnTo>
                <a:lnTo>
                  <a:pt x="19351" y="3675"/>
                </a:lnTo>
                <a:lnTo>
                  <a:pt x="17870" y="1545"/>
                </a:lnTo>
                <a:lnTo>
                  <a:pt x="17842" y="1545"/>
                </a:lnTo>
                <a:lnTo>
                  <a:pt x="17842" y="3675"/>
                </a:lnTo>
                <a:lnTo>
                  <a:pt x="17037" y="3675"/>
                </a:lnTo>
                <a:lnTo>
                  <a:pt x="17037" y="64"/>
                </a:lnTo>
                <a:close/>
                <a:moveTo>
                  <a:pt x="14081" y="64"/>
                </a:moveTo>
                <a:lnTo>
                  <a:pt x="16510" y="64"/>
                </a:lnTo>
                <a:lnTo>
                  <a:pt x="16510" y="795"/>
                </a:lnTo>
                <a:lnTo>
                  <a:pt x="14886" y="795"/>
                </a:lnTo>
                <a:lnTo>
                  <a:pt x="14886" y="1476"/>
                </a:lnTo>
                <a:lnTo>
                  <a:pt x="16423" y="1476"/>
                </a:lnTo>
                <a:lnTo>
                  <a:pt x="16423" y="2208"/>
                </a:lnTo>
                <a:lnTo>
                  <a:pt x="14886" y="2208"/>
                </a:lnTo>
                <a:lnTo>
                  <a:pt x="14886" y="2944"/>
                </a:lnTo>
                <a:lnTo>
                  <a:pt x="16565" y="2944"/>
                </a:lnTo>
                <a:lnTo>
                  <a:pt x="16565" y="3675"/>
                </a:lnTo>
                <a:lnTo>
                  <a:pt x="14081" y="3675"/>
                </a:lnTo>
                <a:lnTo>
                  <a:pt x="14081" y="64"/>
                </a:lnTo>
                <a:close/>
                <a:moveTo>
                  <a:pt x="10830" y="64"/>
                </a:moveTo>
                <a:lnTo>
                  <a:pt x="13654" y="64"/>
                </a:lnTo>
                <a:lnTo>
                  <a:pt x="13654" y="818"/>
                </a:lnTo>
                <a:lnTo>
                  <a:pt x="12647" y="818"/>
                </a:lnTo>
                <a:lnTo>
                  <a:pt x="12647" y="3675"/>
                </a:lnTo>
                <a:lnTo>
                  <a:pt x="11842" y="3675"/>
                </a:lnTo>
                <a:lnTo>
                  <a:pt x="11842" y="818"/>
                </a:lnTo>
                <a:lnTo>
                  <a:pt x="10830" y="818"/>
                </a:lnTo>
                <a:lnTo>
                  <a:pt x="10830" y="64"/>
                </a:lnTo>
                <a:close/>
                <a:moveTo>
                  <a:pt x="7389" y="64"/>
                </a:moveTo>
                <a:lnTo>
                  <a:pt x="8130" y="64"/>
                </a:lnTo>
                <a:lnTo>
                  <a:pt x="9570" y="2194"/>
                </a:lnTo>
                <a:lnTo>
                  <a:pt x="9597" y="2194"/>
                </a:lnTo>
                <a:lnTo>
                  <a:pt x="9597" y="64"/>
                </a:lnTo>
                <a:lnTo>
                  <a:pt x="10402" y="64"/>
                </a:lnTo>
                <a:lnTo>
                  <a:pt x="10402" y="3675"/>
                </a:lnTo>
                <a:lnTo>
                  <a:pt x="9703" y="3675"/>
                </a:lnTo>
                <a:lnTo>
                  <a:pt x="8222" y="1545"/>
                </a:lnTo>
                <a:lnTo>
                  <a:pt x="8194" y="1545"/>
                </a:lnTo>
                <a:lnTo>
                  <a:pt x="8194" y="3675"/>
                </a:lnTo>
                <a:lnTo>
                  <a:pt x="7389" y="3675"/>
                </a:lnTo>
                <a:lnTo>
                  <a:pt x="7389" y="64"/>
                </a:lnTo>
                <a:close/>
                <a:moveTo>
                  <a:pt x="25013" y="0"/>
                </a:moveTo>
                <a:cubicBezTo>
                  <a:pt x="25657" y="0"/>
                  <a:pt x="26118" y="283"/>
                  <a:pt x="26397" y="851"/>
                </a:cubicBezTo>
                <a:lnTo>
                  <a:pt x="25707" y="1177"/>
                </a:lnTo>
                <a:cubicBezTo>
                  <a:pt x="25628" y="1018"/>
                  <a:pt x="25530" y="903"/>
                  <a:pt x="25415" y="832"/>
                </a:cubicBezTo>
                <a:cubicBezTo>
                  <a:pt x="25300" y="762"/>
                  <a:pt x="25163" y="726"/>
                  <a:pt x="25003" y="726"/>
                </a:cubicBezTo>
                <a:cubicBezTo>
                  <a:pt x="24853" y="726"/>
                  <a:pt x="24725" y="760"/>
                  <a:pt x="24619" y="828"/>
                </a:cubicBezTo>
                <a:cubicBezTo>
                  <a:pt x="24514" y="895"/>
                  <a:pt x="24461" y="979"/>
                  <a:pt x="24461" y="1081"/>
                </a:cubicBezTo>
                <a:cubicBezTo>
                  <a:pt x="24461" y="1151"/>
                  <a:pt x="24482" y="1210"/>
                  <a:pt x="24525" y="1258"/>
                </a:cubicBezTo>
                <a:cubicBezTo>
                  <a:pt x="24568" y="1305"/>
                  <a:pt x="24639" y="1349"/>
                  <a:pt x="24737" y="1389"/>
                </a:cubicBezTo>
                <a:cubicBezTo>
                  <a:pt x="24835" y="1429"/>
                  <a:pt x="24977" y="1473"/>
                  <a:pt x="25164" y="1522"/>
                </a:cubicBezTo>
                <a:cubicBezTo>
                  <a:pt x="25407" y="1587"/>
                  <a:pt x="25609" y="1653"/>
                  <a:pt x="25772" y="1720"/>
                </a:cubicBezTo>
                <a:cubicBezTo>
                  <a:pt x="25934" y="1787"/>
                  <a:pt x="26077" y="1895"/>
                  <a:pt x="26199" y="2042"/>
                </a:cubicBezTo>
                <a:cubicBezTo>
                  <a:pt x="26322" y="2189"/>
                  <a:pt x="26383" y="2382"/>
                  <a:pt x="26383" y="2622"/>
                </a:cubicBezTo>
                <a:cubicBezTo>
                  <a:pt x="26383" y="2842"/>
                  <a:pt x="26323" y="3037"/>
                  <a:pt x="26202" y="3206"/>
                </a:cubicBezTo>
                <a:cubicBezTo>
                  <a:pt x="26081" y="3374"/>
                  <a:pt x="25913" y="3505"/>
                  <a:pt x="25698" y="3597"/>
                </a:cubicBezTo>
                <a:cubicBezTo>
                  <a:pt x="25483" y="3689"/>
                  <a:pt x="25238" y="3735"/>
                  <a:pt x="24962" y="3735"/>
                </a:cubicBezTo>
                <a:cubicBezTo>
                  <a:pt x="24625" y="3735"/>
                  <a:pt x="24330" y="3654"/>
                  <a:pt x="24079" y="3491"/>
                </a:cubicBezTo>
                <a:cubicBezTo>
                  <a:pt x="23827" y="3328"/>
                  <a:pt x="23639" y="3114"/>
                  <a:pt x="23513" y="2847"/>
                </a:cubicBezTo>
                <a:lnTo>
                  <a:pt x="24212" y="2525"/>
                </a:lnTo>
                <a:cubicBezTo>
                  <a:pt x="24277" y="2684"/>
                  <a:pt x="24375" y="2805"/>
                  <a:pt x="24507" y="2886"/>
                </a:cubicBezTo>
                <a:cubicBezTo>
                  <a:pt x="24639" y="2967"/>
                  <a:pt x="24792" y="3008"/>
                  <a:pt x="24967" y="3008"/>
                </a:cubicBezTo>
                <a:cubicBezTo>
                  <a:pt x="25148" y="3008"/>
                  <a:pt x="25292" y="2977"/>
                  <a:pt x="25399" y="2914"/>
                </a:cubicBezTo>
                <a:cubicBezTo>
                  <a:pt x="25506" y="2851"/>
                  <a:pt x="25560" y="2767"/>
                  <a:pt x="25560" y="2663"/>
                </a:cubicBezTo>
                <a:cubicBezTo>
                  <a:pt x="25560" y="2589"/>
                  <a:pt x="25540" y="2528"/>
                  <a:pt x="25500" y="2479"/>
                </a:cubicBezTo>
                <a:cubicBezTo>
                  <a:pt x="25460" y="2430"/>
                  <a:pt x="25391" y="2384"/>
                  <a:pt x="25293" y="2341"/>
                </a:cubicBezTo>
                <a:cubicBezTo>
                  <a:pt x="25195" y="2298"/>
                  <a:pt x="25053" y="2251"/>
                  <a:pt x="24865" y="2198"/>
                </a:cubicBezTo>
                <a:cubicBezTo>
                  <a:pt x="24617" y="2131"/>
                  <a:pt x="24412" y="2063"/>
                  <a:pt x="24251" y="1996"/>
                </a:cubicBezTo>
                <a:cubicBezTo>
                  <a:pt x="24090" y="1929"/>
                  <a:pt x="23948" y="1822"/>
                  <a:pt x="23824" y="1676"/>
                </a:cubicBezTo>
                <a:cubicBezTo>
                  <a:pt x="23699" y="1531"/>
                  <a:pt x="23637" y="1338"/>
                  <a:pt x="23637" y="1099"/>
                </a:cubicBezTo>
                <a:cubicBezTo>
                  <a:pt x="23637" y="887"/>
                  <a:pt x="23698" y="698"/>
                  <a:pt x="23819" y="531"/>
                </a:cubicBezTo>
                <a:cubicBezTo>
                  <a:pt x="23940" y="364"/>
                  <a:pt x="24106" y="233"/>
                  <a:pt x="24316" y="140"/>
                </a:cubicBezTo>
                <a:cubicBezTo>
                  <a:pt x="24526" y="46"/>
                  <a:pt x="24758" y="0"/>
                  <a:pt x="25013" y="0"/>
                </a:cubicBezTo>
                <a:close/>
                <a:moveTo>
                  <a:pt x="5186" y="0"/>
                </a:moveTo>
                <a:cubicBezTo>
                  <a:pt x="5533" y="0"/>
                  <a:pt x="5833" y="74"/>
                  <a:pt x="6088" y="223"/>
                </a:cubicBezTo>
                <a:cubicBezTo>
                  <a:pt x="6342" y="371"/>
                  <a:pt x="6538" y="586"/>
                  <a:pt x="6676" y="867"/>
                </a:cubicBezTo>
                <a:cubicBezTo>
                  <a:pt x="6814" y="1147"/>
                  <a:pt x="6883" y="1482"/>
                  <a:pt x="6883" y="1872"/>
                </a:cubicBezTo>
                <a:cubicBezTo>
                  <a:pt x="6883" y="2258"/>
                  <a:pt x="6814" y="2592"/>
                  <a:pt x="6676" y="2872"/>
                </a:cubicBezTo>
                <a:cubicBezTo>
                  <a:pt x="6538" y="3153"/>
                  <a:pt x="6342" y="3368"/>
                  <a:pt x="6088" y="3516"/>
                </a:cubicBezTo>
                <a:cubicBezTo>
                  <a:pt x="5833" y="3665"/>
                  <a:pt x="5533" y="3739"/>
                  <a:pt x="5186" y="3739"/>
                </a:cubicBezTo>
                <a:cubicBezTo>
                  <a:pt x="4836" y="3739"/>
                  <a:pt x="4534" y="3665"/>
                  <a:pt x="4280" y="3516"/>
                </a:cubicBezTo>
                <a:cubicBezTo>
                  <a:pt x="4025" y="3368"/>
                  <a:pt x="3829" y="3153"/>
                  <a:pt x="3691" y="2872"/>
                </a:cubicBezTo>
                <a:cubicBezTo>
                  <a:pt x="3553" y="2592"/>
                  <a:pt x="3484" y="2258"/>
                  <a:pt x="3484" y="1872"/>
                </a:cubicBezTo>
                <a:cubicBezTo>
                  <a:pt x="3484" y="1482"/>
                  <a:pt x="3553" y="1147"/>
                  <a:pt x="3691" y="867"/>
                </a:cubicBezTo>
                <a:cubicBezTo>
                  <a:pt x="3829" y="586"/>
                  <a:pt x="4025" y="371"/>
                  <a:pt x="4280" y="223"/>
                </a:cubicBezTo>
                <a:cubicBezTo>
                  <a:pt x="4534" y="74"/>
                  <a:pt x="4836" y="0"/>
                  <a:pt x="5186" y="0"/>
                </a:cubicBezTo>
                <a:close/>
                <a:moveTo>
                  <a:pt x="1762" y="0"/>
                </a:moveTo>
                <a:cubicBezTo>
                  <a:pt x="2081" y="0"/>
                  <a:pt x="2354" y="79"/>
                  <a:pt x="2581" y="237"/>
                </a:cubicBezTo>
                <a:cubicBezTo>
                  <a:pt x="2808" y="394"/>
                  <a:pt x="2987" y="613"/>
                  <a:pt x="3119" y="892"/>
                </a:cubicBezTo>
                <a:lnTo>
                  <a:pt x="2406" y="1209"/>
                </a:lnTo>
                <a:cubicBezTo>
                  <a:pt x="2341" y="1059"/>
                  <a:pt x="2249" y="946"/>
                  <a:pt x="2128" y="869"/>
                </a:cubicBezTo>
                <a:cubicBezTo>
                  <a:pt x="2006" y="792"/>
                  <a:pt x="1869" y="754"/>
                  <a:pt x="1716" y="754"/>
                </a:cubicBezTo>
                <a:cubicBezTo>
                  <a:pt x="1541" y="754"/>
                  <a:pt x="1387" y="799"/>
                  <a:pt x="1254" y="890"/>
                </a:cubicBezTo>
                <a:cubicBezTo>
                  <a:pt x="1120" y="980"/>
                  <a:pt x="1016" y="1108"/>
                  <a:pt x="941" y="1274"/>
                </a:cubicBezTo>
                <a:cubicBezTo>
                  <a:pt x="866" y="1439"/>
                  <a:pt x="828" y="1633"/>
                  <a:pt x="828" y="1853"/>
                </a:cubicBezTo>
                <a:cubicBezTo>
                  <a:pt x="828" y="2080"/>
                  <a:pt x="866" y="2279"/>
                  <a:pt x="941" y="2449"/>
                </a:cubicBezTo>
                <a:cubicBezTo>
                  <a:pt x="1016" y="2619"/>
                  <a:pt x="1120" y="2751"/>
                  <a:pt x="1254" y="2845"/>
                </a:cubicBezTo>
                <a:cubicBezTo>
                  <a:pt x="1387" y="2938"/>
                  <a:pt x="1541" y="2985"/>
                  <a:pt x="1716" y="2985"/>
                </a:cubicBezTo>
                <a:cubicBezTo>
                  <a:pt x="1863" y="2985"/>
                  <a:pt x="1996" y="2946"/>
                  <a:pt x="2114" y="2868"/>
                </a:cubicBezTo>
                <a:cubicBezTo>
                  <a:pt x="2232" y="2790"/>
                  <a:pt x="2332" y="2677"/>
                  <a:pt x="2415" y="2530"/>
                </a:cubicBezTo>
                <a:lnTo>
                  <a:pt x="3128" y="2847"/>
                </a:lnTo>
                <a:cubicBezTo>
                  <a:pt x="2993" y="3132"/>
                  <a:pt x="2804" y="3352"/>
                  <a:pt x="2560" y="3507"/>
                </a:cubicBezTo>
                <a:cubicBezTo>
                  <a:pt x="2316" y="3662"/>
                  <a:pt x="2036" y="3739"/>
                  <a:pt x="1720" y="3739"/>
                </a:cubicBezTo>
                <a:cubicBezTo>
                  <a:pt x="1386" y="3739"/>
                  <a:pt x="1089" y="3661"/>
                  <a:pt x="828" y="3505"/>
                </a:cubicBezTo>
                <a:cubicBezTo>
                  <a:pt x="567" y="3348"/>
                  <a:pt x="364" y="3127"/>
                  <a:pt x="219" y="2840"/>
                </a:cubicBezTo>
                <a:cubicBezTo>
                  <a:pt x="73" y="2553"/>
                  <a:pt x="0" y="2224"/>
                  <a:pt x="0" y="1853"/>
                </a:cubicBezTo>
                <a:cubicBezTo>
                  <a:pt x="0" y="1485"/>
                  <a:pt x="74" y="1161"/>
                  <a:pt x="221" y="881"/>
                </a:cubicBezTo>
                <a:cubicBezTo>
                  <a:pt x="368" y="600"/>
                  <a:pt x="575" y="383"/>
                  <a:pt x="842" y="230"/>
                </a:cubicBezTo>
                <a:cubicBezTo>
                  <a:pt x="1109" y="76"/>
                  <a:pt x="1415" y="0"/>
                  <a:pt x="1762"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p>
            <a:pPr lvl="0"/>
            <a:endParaRPr lang="zh-CN" altLang="en-US"/>
          </a:p>
        </p:txBody>
      </p:sp>
      <p:sp>
        <p:nvSpPr>
          <p:cNvPr id="2" name="标题 1"/>
          <p:cNvSpPr>
            <a:spLocks noGrp="1"/>
          </p:cNvSpPr>
          <p:nvPr>
            <p:ph type="title" hasCustomPrompt="1"/>
            <p:custDataLst>
              <p:tags r:id="rId4"/>
            </p:custDataLst>
          </p:nvPr>
        </p:nvSpPr>
        <p:spPr>
          <a:xfrm>
            <a:off x="978853" y="678421"/>
            <a:ext cx="10252709" cy="1194589"/>
          </a:xfrm>
        </p:spPr>
        <p:txBody>
          <a:bodyPr wrap="square" anchor="ctr">
            <a:normAutofit/>
          </a:bodyPr>
          <a:lstStyle>
            <a:lvl1pPr algn="ctr">
              <a:defRPr sz="6000">
                <a:solidFill>
                  <a:schemeClr val="lt1">
                    <a:lumMod val="100000"/>
                  </a:schemeClr>
                </a:solidFill>
                <a:latin typeface="+mj-ea"/>
                <a:ea typeface="+mj-ea"/>
              </a:defRPr>
            </a:lvl1pPr>
          </a:lstStyle>
          <a:p>
            <a:r>
              <a:rPr lang="zh-CN" altLang="en-US" dirty="0"/>
              <a:t>标题</a:t>
            </a:r>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t>2024/9/30</a:t>
            </a:fld>
            <a:endParaRPr lang="zh-CN" altLang="en-US"/>
          </a:p>
        </p:txBody>
      </p:sp>
      <p:sp>
        <p:nvSpPr>
          <p:cNvPr id="8" name="页脚占位符 4"/>
          <p:cNvSpPr>
            <a:spLocks noGrp="1"/>
          </p:cNvSpPr>
          <p:nvPr>
            <p:ph type="ftr" sz="quarter" idx="11"/>
            <p:custDataLst>
              <p:tags r:id="rId6"/>
            </p:custDataLst>
          </p:nvPr>
        </p:nvSpPr>
        <p:spPr/>
        <p:txBody>
          <a:bodyPr/>
          <a:lstStyle/>
          <a:p>
            <a:endParaRPr lang="zh-CN" alt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pic>
        <p:nvPicPr>
          <p:cNvPr id="9" name="图片 8" descr="C:/Users/ADMIN/AppData/Local/Temp/fig2wpp/@png2x_bg-2558&amp;1227.png"/>
          <p:cNvPicPr>
            <a:picLocks noChangeAspect="1"/>
          </p:cNvPicPr>
          <p:nvPr userDrawn="1">
            <p:custDataLst>
              <p:tags r:id="rId1"/>
            </p:custDataLst>
          </p:nvPr>
        </p:nvPicPr>
        <p:blipFill>
          <a:blip r:embed="rId10" r:link="rId11"/>
          <a:stretch>
            <a:fillRect/>
          </a:stretch>
        </p:blipFill>
        <p:spPr>
          <a:xfrm>
            <a:off x="0" y="0"/>
            <a:ext cx="12192000" cy="6858000"/>
          </a:xfrm>
          <a:prstGeom prst="rect">
            <a:avLst/>
          </a:prstGeom>
        </p:spPr>
      </p:pic>
      <p:sp>
        <p:nvSpPr>
          <p:cNvPr id="10" name="矩形 9"/>
          <p:cNvSpPr/>
          <p:nvPr userDrawn="1">
            <p:custDataLst>
              <p:tags r:id="rId2"/>
            </p:custDataLst>
          </p:nvPr>
        </p:nvSpPr>
        <p:spPr>
          <a:xfrm>
            <a:off x="0" y="2540"/>
            <a:ext cx="2819400" cy="6852920"/>
          </a:xfrm>
          <a:prstGeom prst="rect">
            <a:avLst/>
          </a:prstGeom>
          <a:gradFill>
            <a:gsLst>
              <a:gs pos="0">
                <a:schemeClr val="accent1">
                  <a:lumMod val="75000"/>
                  <a:alpha val="100000"/>
                </a:schemeClr>
              </a:gs>
              <a:gs pos="100000">
                <a:schemeClr val="accent1">
                  <a:lumMod val="50000"/>
                  <a:alpha val="100000"/>
                </a:schemeClr>
              </a:gs>
            </a:gsLst>
            <a:lin ang="54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7" name="Freeform 19"/>
          <p:cNvSpPr/>
          <p:nvPr userDrawn="1">
            <p:custDataLst>
              <p:tags r:id="rId3"/>
            </p:custDataLst>
          </p:nvPr>
        </p:nvSpPr>
        <p:spPr bwMode="auto">
          <a:xfrm>
            <a:off x="894252" y="777558"/>
            <a:ext cx="1030896" cy="5302884"/>
          </a:xfrm>
          <a:custGeom>
            <a:avLst/>
            <a:gdLst>
              <a:gd name="T0" fmla="*/ 1873 w 4338"/>
              <a:gd name="T1" fmla="*/ 5116 h 22329"/>
              <a:gd name="T2" fmla="*/ 3036 w 4338"/>
              <a:gd name="T3" fmla="*/ 5559 h 22329"/>
              <a:gd name="T4" fmla="*/ 3415 w 4338"/>
              <a:gd name="T5" fmla="*/ 8926 h 22329"/>
              <a:gd name="T6" fmla="*/ 2369 w 4338"/>
              <a:gd name="T7" fmla="*/ 9353 h 22329"/>
              <a:gd name="T8" fmla="*/ 3285 w 4338"/>
              <a:gd name="T9" fmla="*/ 9996 h 22329"/>
              <a:gd name="T10" fmla="*/ 3415 w 4338"/>
              <a:gd name="T11" fmla="*/ 8926 h 22329"/>
              <a:gd name="T12" fmla="*/ 2225 w 4338"/>
              <a:gd name="T13" fmla="*/ 934 h 22329"/>
              <a:gd name="T14" fmla="*/ 2380 w 4338"/>
              <a:gd name="T15" fmla="*/ 2047 h 22329"/>
              <a:gd name="T16" fmla="*/ 3261 w 4338"/>
              <a:gd name="T17" fmla="*/ 2047 h 22329"/>
              <a:gd name="T18" fmla="*/ 3415 w 4338"/>
              <a:gd name="T19" fmla="*/ 934 h 22329"/>
              <a:gd name="T20" fmla="*/ 3135 w 4338"/>
              <a:gd name="T21" fmla="*/ 17937 h 22329"/>
              <a:gd name="T22" fmla="*/ 1201 w 4338"/>
              <a:gd name="T23" fmla="*/ 17937 h 22329"/>
              <a:gd name="T24" fmla="*/ 1201 w 4338"/>
              <a:gd name="T25" fmla="*/ 18863 h 22329"/>
              <a:gd name="T26" fmla="*/ 3135 w 4338"/>
              <a:gd name="T27" fmla="*/ 18863 h 22329"/>
              <a:gd name="T28" fmla="*/ 4264 w 4338"/>
              <a:gd name="T29" fmla="*/ 21545 h 22329"/>
              <a:gd name="T30" fmla="*/ 75 w 4338"/>
              <a:gd name="T31" fmla="*/ 22329 h 22329"/>
              <a:gd name="T32" fmla="*/ 3218 w 4338"/>
              <a:gd name="T33" fmla="*/ 21395 h 22329"/>
              <a:gd name="T34" fmla="*/ 3703 w 4338"/>
              <a:gd name="T35" fmla="*/ 20456 h 22329"/>
              <a:gd name="T36" fmla="*/ 4264 w 4338"/>
              <a:gd name="T37" fmla="*/ 11576 h 22329"/>
              <a:gd name="T38" fmla="*/ 3389 w 4338"/>
              <a:gd name="T39" fmla="*/ 14853 h 22329"/>
              <a:gd name="T40" fmla="*/ 75 w 4338"/>
              <a:gd name="T41" fmla="*/ 13684 h 22329"/>
              <a:gd name="T42" fmla="*/ 3389 w 4338"/>
              <a:gd name="T43" fmla="*/ 12750 h 22329"/>
              <a:gd name="T44" fmla="*/ 4264 w 4338"/>
              <a:gd name="T45" fmla="*/ 11576 h 22329"/>
              <a:gd name="T46" fmla="*/ 4264 w 4338"/>
              <a:gd name="T47" fmla="*/ 9486 h 22329"/>
              <a:gd name="T48" fmla="*/ 2892 w 4338"/>
              <a:gd name="T49" fmla="*/ 11173 h 22329"/>
              <a:gd name="T50" fmla="*/ 1686 w 4338"/>
              <a:gd name="T51" fmla="*/ 10442 h 22329"/>
              <a:gd name="T52" fmla="*/ 75 w 4338"/>
              <a:gd name="T53" fmla="*/ 10292 h 22329"/>
              <a:gd name="T54" fmla="*/ 1516 w 4338"/>
              <a:gd name="T55" fmla="*/ 8926 h 22329"/>
              <a:gd name="T56" fmla="*/ 75 w 4338"/>
              <a:gd name="T57" fmla="*/ 7992 h 22329"/>
              <a:gd name="T58" fmla="*/ 4264 w 4338"/>
              <a:gd name="T59" fmla="*/ 5062 h 22329"/>
              <a:gd name="T60" fmla="*/ 75 w 4338"/>
              <a:gd name="T61" fmla="*/ 7597 h 22329"/>
              <a:gd name="T62" fmla="*/ 998 w 4338"/>
              <a:gd name="T63" fmla="*/ 6279 h 22329"/>
              <a:gd name="T64" fmla="*/ 75 w 4338"/>
              <a:gd name="T65" fmla="*/ 4475 h 22329"/>
              <a:gd name="T66" fmla="*/ 4264 w 4338"/>
              <a:gd name="T67" fmla="*/ 5062 h 22329"/>
              <a:gd name="T68" fmla="*/ 4264 w 4338"/>
              <a:gd name="T69" fmla="*/ 1553 h 22329"/>
              <a:gd name="T70" fmla="*/ 3591 w 4338"/>
              <a:gd name="T71" fmla="*/ 3026 h 22329"/>
              <a:gd name="T72" fmla="*/ 1758 w 4338"/>
              <a:gd name="T73" fmla="*/ 2794 h 22329"/>
              <a:gd name="T74" fmla="*/ 1377 w 4338"/>
              <a:gd name="T75" fmla="*/ 934 h 22329"/>
              <a:gd name="T76" fmla="*/ 75 w 4338"/>
              <a:gd name="T77" fmla="*/ 0 h 22329"/>
              <a:gd name="T78" fmla="*/ 4338 w 4338"/>
              <a:gd name="T79" fmla="*/ 18398 h 22329"/>
              <a:gd name="T80" fmla="*/ 2167 w 4338"/>
              <a:gd name="T81" fmla="*/ 19978 h 22329"/>
              <a:gd name="T82" fmla="*/ 0 w 4338"/>
              <a:gd name="T83" fmla="*/ 18398 h 22329"/>
              <a:gd name="T84" fmla="*/ 2167 w 4338"/>
              <a:gd name="T85" fmla="*/ 16819 h 22329"/>
              <a:gd name="T86" fmla="*/ 4338 w 4338"/>
              <a:gd name="T87" fmla="*/ 18398 h 2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38" h="22329">
                <a:moveTo>
                  <a:pt x="3036" y="5527"/>
                </a:moveTo>
                <a:lnTo>
                  <a:pt x="1873" y="5116"/>
                </a:lnTo>
                <a:lnTo>
                  <a:pt x="1873" y="5969"/>
                </a:lnTo>
                <a:lnTo>
                  <a:pt x="3036" y="5559"/>
                </a:lnTo>
                <a:lnTo>
                  <a:pt x="3036" y="5527"/>
                </a:lnTo>
                <a:close/>
                <a:moveTo>
                  <a:pt x="3415" y="8926"/>
                </a:moveTo>
                <a:lnTo>
                  <a:pt x="2369" y="8926"/>
                </a:lnTo>
                <a:lnTo>
                  <a:pt x="2369" y="9353"/>
                </a:lnTo>
                <a:cubicBezTo>
                  <a:pt x="2369" y="9929"/>
                  <a:pt x="2544" y="10217"/>
                  <a:pt x="2892" y="10217"/>
                </a:cubicBezTo>
                <a:cubicBezTo>
                  <a:pt x="3067" y="10217"/>
                  <a:pt x="3197" y="10144"/>
                  <a:pt x="3285" y="9996"/>
                </a:cubicBezTo>
                <a:cubicBezTo>
                  <a:pt x="3372" y="9848"/>
                  <a:pt x="3415" y="9634"/>
                  <a:pt x="3415" y="9353"/>
                </a:cubicBezTo>
                <a:lnTo>
                  <a:pt x="3415" y="8926"/>
                </a:lnTo>
                <a:close/>
                <a:moveTo>
                  <a:pt x="3415" y="934"/>
                </a:moveTo>
                <a:lnTo>
                  <a:pt x="2225" y="934"/>
                </a:lnTo>
                <a:lnTo>
                  <a:pt x="2225" y="1414"/>
                </a:lnTo>
                <a:cubicBezTo>
                  <a:pt x="2225" y="1685"/>
                  <a:pt x="2277" y="1895"/>
                  <a:pt x="2380" y="2047"/>
                </a:cubicBezTo>
                <a:cubicBezTo>
                  <a:pt x="2483" y="2198"/>
                  <a:pt x="2629" y="2273"/>
                  <a:pt x="2818" y="2273"/>
                </a:cubicBezTo>
                <a:cubicBezTo>
                  <a:pt x="3010" y="2273"/>
                  <a:pt x="3157" y="2198"/>
                  <a:pt x="3261" y="2047"/>
                </a:cubicBezTo>
                <a:cubicBezTo>
                  <a:pt x="3364" y="1895"/>
                  <a:pt x="3415" y="1685"/>
                  <a:pt x="3415" y="1414"/>
                </a:cubicBezTo>
                <a:lnTo>
                  <a:pt x="3415" y="934"/>
                </a:lnTo>
                <a:close/>
                <a:moveTo>
                  <a:pt x="3463" y="18398"/>
                </a:moveTo>
                <a:cubicBezTo>
                  <a:pt x="3463" y="18199"/>
                  <a:pt x="3354" y="18045"/>
                  <a:pt x="3135" y="17937"/>
                </a:cubicBezTo>
                <a:cubicBezTo>
                  <a:pt x="2916" y="17828"/>
                  <a:pt x="2594" y="17774"/>
                  <a:pt x="2167" y="17774"/>
                </a:cubicBezTo>
                <a:cubicBezTo>
                  <a:pt x="1740" y="17774"/>
                  <a:pt x="1418" y="17828"/>
                  <a:pt x="1201" y="17937"/>
                </a:cubicBezTo>
                <a:cubicBezTo>
                  <a:pt x="984" y="18045"/>
                  <a:pt x="875" y="18199"/>
                  <a:pt x="875" y="18398"/>
                </a:cubicBezTo>
                <a:cubicBezTo>
                  <a:pt x="875" y="18601"/>
                  <a:pt x="984" y="18756"/>
                  <a:pt x="1201" y="18863"/>
                </a:cubicBezTo>
                <a:cubicBezTo>
                  <a:pt x="1418" y="18969"/>
                  <a:pt x="1740" y="19023"/>
                  <a:pt x="2167" y="19023"/>
                </a:cubicBezTo>
                <a:cubicBezTo>
                  <a:pt x="2594" y="19023"/>
                  <a:pt x="2916" y="18969"/>
                  <a:pt x="3135" y="18863"/>
                </a:cubicBezTo>
                <a:cubicBezTo>
                  <a:pt x="3354" y="18756"/>
                  <a:pt x="3463" y="18601"/>
                  <a:pt x="3463" y="18398"/>
                </a:cubicBezTo>
                <a:close/>
                <a:moveTo>
                  <a:pt x="4264" y="21545"/>
                </a:moveTo>
                <a:lnTo>
                  <a:pt x="4264" y="22329"/>
                </a:lnTo>
                <a:lnTo>
                  <a:pt x="75" y="22329"/>
                </a:lnTo>
                <a:lnTo>
                  <a:pt x="75" y="21395"/>
                </a:lnTo>
                <a:lnTo>
                  <a:pt x="3218" y="21395"/>
                </a:lnTo>
                <a:lnTo>
                  <a:pt x="2732" y="20456"/>
                </a:lnTo>
                <a:lnTo>
                  <a:pt x="3703" y="20456"/>
                </a:lnTo>
                <a:lnTo>
                  <a:pt x="4264" y="21545"/>
                </a:lnTo>
                <a:close/>
                <a:moveTo>
                  <a:pt x="4264" y="11576"/>
                </a:moveTo>
                <a:lnTo>
                  <a:pt x="4264" y="14853"/>
                </a:lnTo>
                <a:lnTo>
                  <a:pt x="3389" y="14853"/>
                </a:lnTo>
                <a:lnTo>
                  <a:pt x="3389" y="13684"/>
                </a:lnTo>
                <a:lnTo>
                  <a:pt x="75" y="13684"/>
                </a:lnTo>
                <a:lnTo>
                  <a:pt x="75" y="12750"/>
                </a:lnTo>
                <a:lnTo>
                  <a:pt x="3389" y="12750"/>
                </a:lnTo>
                <a:lnTo>
                  <a:pt x="3389" y="11576"/>
                </a:lnTo>
                <a:lnTo>
                  <a:pt x="4264" y="11576"/>
                </a:lnTo>
                <a:close/>
                <a:moveTo>
                  <a:pt x="4264" y="7992"/>
                </a:moveTo>
                <a:lnTo>
                  <a:pt x="4264" y="9486"/>
                </a:lnTo>
                <a:cubicBezTo>
                  <a:pt x="4264" y="10020"/>
                  <a:pt x="4143" y="10434"/>
                  <a:pt x="3901" y="10730"/>
                </a:cubicBezTo>
                <a:cubicBezTo>
                  <a:pt x="3659" y="11025"/>
                  <a:pt x="3323" y="11173"/>
                  <a:pt x="2892" y="11173"/>
                </a:cubicBezTo>
                <a:cubicBezTo>
                  <a:pt x="2608" y="11173"/>
                  <a:pt x="2363" y="11109"/>
                  <a:pt x="2159" y="10983"/>
                </a:cubicBezTo>
                <a:cubicBezTo>
                  <a:pt x="1954" y="10857"/>
                  <a:pt x="1797" y="10676"/>
                  <a:pt x="1686" y="10442"/>
                </a:cubicBezTo>
                <a:lnTo>
                  <a:pt x="75" y="11386"/>
                </a:lnTo>
                <a:lnTo>
                  <a:pt x="75" y="10292"/>
                </a:lnTo>
                <a:lnTo>
                  <a:pt x="1516" y="9524"/>
                </a:lnTo>
                <a:lnTo>
                  <a:pt x="1516" y="8926"/>
                </a:lnTo>
                <a:lnTo>
                  <a:pt x="75" y="8926"/>
                </a:lnTo>
                <a:lnTo>
                  <a:pt x="75" y="7992"/>
                </a:lnTo>
                <a:lnTo>
                  <a:pt x="4264" y="7992"/>
                </a:lnTo>
                <a:close/>
                <a:moveTo>
                  <a:pt x="4264" y="5062"/>
                </a:moveTo>
                <a:lnTo>
                  <a:pt x="4264" y="6017"/>
                </a:lnTo>
                <a:lnTo>
                  <a:pt x="75" y="7597"/>
                </a:lnTo>
                <a:lnTo>
                  <a:pt x="75" y="6604"/>
                </a:lnTo>
                <a:lnTo>
                  <a:pt x="998" y="6279"/>
                </a:lnTo>
                <a:lnTo>
                  <a:pt x="998" y="4801"/>
                </a:lnTo>
                <a:lnTo>
                  <a:pt x="75" y="4475"/>
                </a:lnTo>
                <a:lnTo>
                  <a:pt x="75" y="3488"/>
                </a:lnTo>
                <a:lnTo>
                  <a:pt x="4264" y="5062"/>
                </a:lnTo>
                <a:close/>
                <a:moveTo>
                  <a:pt x="4264" y="0"/>
                </a:moveTo>
                <a:lnTo>
                  <a:pt x="4264" y="1553"/>
                </a:lnTo>
                <a:cubicBezTo>
                  <a:pt x="4264" y="1898"/>
                  <a:pt x="4206" y="2196"/>
                  <a:pt x="4090" y="2447"/>
                </a:cubicBezTo>
                <a:cubicBezTo>
                  <a:pt x="3975" y="2698"/>
                  <a:pt x="3808" y="2891"/>
                  <a:pt x="3591" y="3026"/>
                </a:cubicBezTo>
                <a:cubicBezTo>
                  <a:pt x="3374" y="3161"/>
                  <a:pt x="3116" y="3229"/>
                  <a:pt x="2818" y="3229"/>
                </a:cubicBezTo>
                <a:cubicBezTo>
                  <a:pt x="2366" y="3229"/>
                  <a:pt x="2013" y="3084"/>
                  <a:pt x="1758" y="2794"/>
                </a:cubicBezTo>
                <a:cubicBezTo>
                  <a:pt x="1504" y="2504"/>
                  <a:pt x="1377" y="2108"/>
                  <a:pt x="1377" y="1606"/>
                </a:cubicBezTo>
                <a:lnTo>
                  <a:pt x="1377" y="934"/>
                </a:lnTo>
                <a:lnTo>
                  <a:pt x="75" y="934"/>
                </a:lnTo>
                <a:lnTo>
                  <a:pt x="75" y="0"/>
                </a:lnTo>
                <a:lnTo>
                  <a:pt x="4264" y="0"/>
                </a:lnTo>
                <a:close/>
                <a:moveTo>
                  <a:pt x="4338" y="18398"/>
                </a:moveTo>
                <a:cubicBezTo>
                  <a:pt x="4338" y="18907"/>
                  <a:pt x="4154" y="19297"/>
                  <a:pt x="3786" y="19570"/>
                </a:cubicBezTo>
                <a:cubicBezTo>
                  <a:pt x="3418" y="19842"/>
                  <a:pt x="2878" y="19978"/>
                  <a:pt x="2167" y="19978"/>
                </a:cubicBezTo>
                <a:cubicBezTo>
                  <a:pt x="1455" y="19978"/>
                  <a:pt x="916" y="19843"/>
                  <a:pt x="550" y="19572"/>
                </a:cubicBezTo>
                <a:cubicBezTo>
                  <a:pt x="183" y="19302"/>
                  <a:pt x="0" y="18911"/>
                  <a:pt x="0" y="18398"/>
                </a:cubicBezTo>
                <a:cubicBezTo>
                  <a:pt x="0" y="17890"/>
                  <a:pt x="184" y="17499"/>
                  <a:pt x="552" y="17227"/>
                </a:cubicBezTo>
                <a:cubicBezTo>
                  <a:pt x="921" y="16955"/>
                  <a:pt x="1459" y="16819"/>
                  <a:pt x="2167" y="16819"/>
                </a:cubicBezTo>
                <a:cubicBezTo>
                  <a:pt x="2878" y="16819"/>
                  <a:pt x="3418" y="16955"/>
                  <a:pt x="3786" y="17227"/>
                </a:cubicBezTo>
                <a:cubicBezTo>
                  <a:pt x="4154" y="17499"/>
                  <a:pt x="4338" y="17890"/>
                  <a:pt x="4338" y="18398"/>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p>
            <a:pPr lvl="0"/>
            <a:endParaRPr lang="zh-CN" altLang="en-US"/>
          </a:p>
        </p:txBody>
      </p:sp>
      <p:sp>
        <p:nvSpPr>
          <p:cNvPr id="2" name="标题 1"/>
          <p:cNvSpPr>
            <a:spLocks noGrp="1"/>
          </p:cNvSpPr>
          <p:nvPr>
            <p:ph type="title"/>
            <p:custDataLst>
              <p:tags r:id="rId4"/>
            </p:custDataLst>
          </p:nvPr>
        </p:nvSpPr>
        <p:spPr>
          <a:xfrm>
            <a:off x="4038600" y="777558"/>
            <a:ext cx="7810500" cy="5302884"/>
          </a:xfrm>
        </p:spPr>
        <p:txBody>
          <a:bodyPr wrap="square" anchor="ctr">
            <a:normAutofit/>
          </a:bodyPr>
          <a:lstStyle>
            <a:lvl1pPr algn="l">
              <a:defRPr sz="5000">
                <a:latin typeface="+mj-ea"/>
                <a:ea typeface="+mj-ea"/>
              </a:defRPr>
            </a:lvl1pPr>
          </a:lstStyle>
          <a:p>
            <a:r>
              <a:rPr lang="zh-CN" altLang="en-US" dirty="0"/>
              <a:t>单击此处编辑母版标题样式</a:t>
            </a:r>
          </a:p>
        </p:txBody>
      </p:sp>
      <p:sp>
        <p:nvSpPr>
          <p:cNvPr id="8" name="节编号 3"/>
          <p:cNvSpPr>
            <a:spLocks noGrp="1"/>
          </p:cNvSpPr>
          <p:nvPr>
            <p:ph type="body" sz="quarter" idx="13" hasCustomPrompt="1"/>
            <p:custDataLst>
              <p:tags r:id="rId5"/>
            </p:custDataLst>
          </p:nvPr>
        </p:nvSpPr>
        <p:spPr>
          <a:xfrm>
            <a:off x="571501" y="780098"/>
            <a:ext cx="2031999" cy="5302884"/>
          </a:xfrm>
        </p:spPr>
        <p:txBody>
          <a:bodyPr vert="eaVert" wrap="none" anchor="ctr">
            <a:normAutofit/>
          </a:bodyPr>
          <a:lstStyle>
            <a:lvl1pPr marL="0" indent="0" algn="ctr">
              <a:buNone/>
              <a:defRPr sz="6000" b="1">
                <a:solidFill>
                  <a:schemeClr val="lt1">
                    <a:lumMod val="100000"/>
                  </a:schemeClr>
                </a:solidFill>
                <a:latin typeface="+mj-ea"/>
                <a:ea typeface="+mj-ea"/>
              </a:defRPr>
            </a:lvl1pPr>
          </a:lstStyle>
          <a:p>
            <a:pPr lvl="0"/>
            <a:r>
              <a:rPr lang="zh-CN" altLang="en-US" dirty="0"/>
              <a:t>节编号</a:t>
            </a:r>
          </a:p>
        </p:txBody>
      </p:sp>
      <p:sp>
        <p:nvSpPr>
          <p:cNvPr id="4" name="日期占位符 4"/>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5"/>
          <p:cNvSpPr>
            <a:spLocks noGrp="1"/>
          </p:cNvSpPr>
          <p:nvPr>
            <p:ph type="ftr" sz="quarter" idx="11"/>
            <p:custDataLst>
              <p:tags r:id="rId7"/>
            </p:custDataLst>
          </p:nvPr>
        </p:nvSpPr>
        <p:spPr/>
        <p:txBody>
          <a:bodyPr/>
          <a:lstStyle/>
          <a:p>
            <a:endParaRPr lang="zh-CN" altLang="en-US"/>
          </a:p>
        </p:txBody>
      </p:sp>
      <p:sp>
        <p:nvSpPr>
          <p:cNvPr id="6" name="灯片编号占位符 6"/>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2024/9/30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vert="horz" wrap="square" lIns="0" tIns="0" rIns="0" bIns="0" rtlCol="0" anchor="b">
            <a:normAutofit/>
          </a:bodyPr>
          <a:lstStyle>
            <a:lvl1pPr>
              <a:defRPr lang="zh-CN" altLang="en-US" dirty="0"/>
            </a:lvl1pPr>
          </a:lstStyle>
          <a:p>
            <a:pPr lvl="0"/>
            <a:r>
              <a:rPr lang="zh-CN" altLang="en-US" dirty="0"/>
              <a:t>单击此处编辑母版标题样式</a:t>
            </a:r>
          </a:p>
        </p:txBody>
      </p:sp>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2024/9/30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2024/9/30</a:t>
            </a:fld>
            <a:endParaRPr lang="zh-CN" altLang="en-US" dirty="0"/>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wrap="square">
            <a:normAutofit/>
          </a:bodyPr>
          <a:lstStyle>
            <a:lvl1pPr>
              <a:defRPr>
                <a:latin typeface="+mj-ea"/>
                <a:ea typeface="+mj-ea"/>
              </a:defRPr>
            </a:lvl1pPr>
          </a:lstStyle>
          <a:p>
            <a:r>
              <a:rPr lang="zh-CN" altLang="en-US" dirty="0"/>
              <a:t>单击此处编辑母版标题样式</a:t>
            </a:r>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8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2024/9/30</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pic>
        <p:nvPicPr>
          <p:cNvPr id="8" name="图片 7" descr="C:/Users/ADMIN/AppData/Local/Temp/fig2wpp/@png2x_bg-2603&amp;1175.png"/>
          <p:cNvPicPr>
            <a:picLocks noChangeAspect="1"/>
          </p:cNvPicPr>
          <p:nvPr userDrawn="1">
            <p:custDataLst>
              <p:tags r:id="rId1"/>
            </p:custDataLst>
          </p:nvPr>
        </p:nvPicPr>
        <p:blipFill>
          <a:blip r:embed="rId11" r:link="rId12"/>
          <a:stretch>
            <a:fillRect/>
          </a:stretch>
        </p:blipFill>
        <p:spPr>
          <a:xfrm>
            <a:off x="0" y="0"/>
            <a:ext cx="12192000" cy="6858000"/>
          </a:xfrm>
          <a:prstGeom prst="rect">
            <a:avLst/>
          </a:prstGeom>
        </p:spPr>
      </p:pic>
      <p:sp>
        <p:nvSpPr>
          <p:cNvPr id="11" name="矩形 10"/>
          <p:cNvSpPr/>
          <p:nvPr userDrawn="1">
            <p:custDataLst>
              <p:tags r:id="rId2"/>
            </p:custDataLst>
          </p:nvPr>
        </p:nvSpPr>
        <p:spPr>
          <a:xfrm>
            <a:off x="0" y="1562100"/>
            <a:ext cx="12191365" cy="3238500"/>
          </a:xfrm>
          <a:prstGeom prst="rect">
            <a:avLst/>
          </a:prstGeom>
          <a:gradFill>
            <a:gsLst>
              <a:gs pos="0">
                <a:schemeClr val="accent1">
                  <a:lumMod val="75000"/>
                  <a:alpha val="100000"/>
                </a:schemeClr>
              </a:gs>
              <a:gs pos="100000">
                <a:schemeClr val="accent1">
                  <a:lumMod val="50000"/>
                  <a:alpha val="10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 name="Freeform 10"/>
          <p:cNvSpPr/>
          <p:nvPr userDrawn="1">
            <p:custDataLst>
              <p:tags r:id="rId3"/>
            </p:custDataLst>
          </p:nvPr>
        </p:nvSpPr>
        <p:spPr bwMode="auto">
          <a:xfrm>
            <a:off x="625287" y="2461446"/>
            <a:ext cx="10941426" cy="1439808"/>
          </a:xfrm>
          <a:custGeom>
            <a:avLst/>
            <a:gdLst>
              <a:gd name="T0" fmla="*/ 12960 w 23822"/>
              <a:gd name="T1" fmla="*/ 1770 h 3115"/>
              <a:gd name="T2" fmla="*/ 3135 w 23822"/>
              <a:gd name="T3" fmla="*/ 682 h 3115"/>
              <a:gd name="T4" fmla="*/ 4187 w 23822"/>
              <a:gd name="T5" fmla="*/ 2207 h 3115"/>
              <a:gd name="T6" fmla="*/ 3518 w 23822"/>
              <a:gd name="T7" fmla="*/ 682 h 3115"/>
              <a:gd name="T8" fmla="*/ 18941 w 23822"/>
              <a:gd name="T9" fmla="*/ 873 h 3115"/>
              <a:gd name="T10" fmla="*/ 19478 w 23822"/>
              <a:gd name="T11" fmla="*/ 2487 h 3115"/>
              <a:gd name="T12" fmla="*/ 20012 w 23822"/>
              <a:gd name="T13" fmla="*/ 873 h 3115"/>
              <a:gd name="T14" fmla="*/ 21929 w 23822"/>
              <a:gd name="T15" fmla="*/ 53 h 3115"/>
              <a:gd name="T16" fmla="*/ 23152 w 23822"/>
              <a:gd name="T17" fmla="*/ 53 h 3115"/>
              <a:gd name="T18" fmla="*/ 23240 w 23822"/>
              <a:gd name="T19" fmla="*/ 3061 h 3115"/>
              <a:gd name="T20" fmla="*/ 21983 w 23822"/>
              <a:gd name="T21" fmla="*/ 3061 h 3115"/>
              <a:gd name="T22" fmla="*/ 16972 w 23822"/>
              <a:gd name="T23" fmla="*/ 53 h 3115"/>
              <a:gd name="T24" fmla="*/ 16972 w 23822"/>
              <a:gd name="T25" fmla="*/ 3061 h 3115"/>
              <a:gd name="T26" fmla="*/ 16616 w 23822"/>
              <a:gd name="T27" fmla="*/ 53 h 3115"/>
              <a:gd name="T28" fmla="*/ 15777 w 23822"/>
              <a:gd name="T29" fmla="*/ 3061 h 3115"/>
              <a:gd name="T30" fmla="*/ 14263 w 23822"/>
              <a:gd name="T31" fmla="*/ 682 h 3115"/>
              <a:gd name="T32" fmla="*/ 12994 w 23822"/>
              <a:gd name="T33" fmla="*/ 53 h 3115"/>
              <a:gd name="T34" fmla="*/ 13182 w 23822"/>
              <a:gd name="T35" fmla="*/ 2398 h 3115"/>
              <a:gd name="T36" fmla="*/ 11178 w 23822"/>
              <a:gd name="T37" fmla="*/ 3061 h 3115"/>
              <a:gd name="T38" fmla="*/ 6207 w 23822"/>
              <a:gd name="T39" fmla="*/ 53 h 3115"/>
              <a:gd name="T40" fmla="*/ 6763 w 23822"/>
              <a:gd name="T41" fmla="*/ 2487 h 3115"/>
              <a:gd name="T42" fmla="*/ 7318 w 23822"/>
              <a:gd name="T43" fmla="*/ 53 h 3115"/>
              <a:gd name="T44" fmla="*/ 7839 w 23822"/>
              <a:gd name="T45" fmla="*/ 2533 h 3115"/>
              <a:gd name="T46" fmla="*/ 6111 w 23822"/>
              <a:gd name="T47" fmla="*/ 2966 h 3115"/>
              <a:gd name="T48" fmla="*/ 5536 w 23822"/>
              <a:gd name="T49" fmla="*/ 53 h 3115"/>
              <a:gd name="T50" fmla="*/ 4396 w 23822"/>
              <a:gd name="T51" fmla="*/ 231 h 3115"/>
              <a:gd name="T52" fmla="*/ 4925 w 23822"/>
              <a:gd name="T53" fmla="*/ 2368 h 3115"/>
              <a:gd name="T54" fmla="*/ 2464 w 23822"/>
              <a:gd name="T55" fmla="*/ 3061 h 3115"/>
              <a:gd name="T56" fmla="*/ 2024 w 23822"/>
              <a:gd name="T57" fmla="*/ 53 h 3115"/>
              <a:gd name="T58" fmla="*/ 671 w 23822"/>
              <a:gd name="T59" fmla="*/ 1230 h 3115"/>
              <a:gd name="T60" fmla="*/ 671 w 23822"/>
              <a:gd name="T61" fmla="*/ 1839 h 3115"/>
              <a:gd name="T62" fmla="*/ 2070 w 23822"/>
              <a:gd name="T63" fmla="*/ 3061 h 3115"/>
              <a:gd name="T64" fmla="*/ 19478 w 23822"/>
              <a:gd name="T65" fmla="*/ 0 h 3115"/>
              <a:gd name="T66" fmla="*/ 20892 w 23822"/>
              <a:gd name="T67" fmla="*/ 1559 h 3115"/>
              <a:gd name="T68" fmla="*/ 19478 w 23822"/>
              <a:gd name="T69" fmla="*/ 3115 h 3115"/>
              <a:gd name="T70" fmla="*/ 18060 w 23822"/>
              <a:gd name="T71" fmla="*/ 1559 h 3115"/>
              <a:gd name="T72" fmla="*/ 19478 w 23822"/>
              <a:gd name="T73" fmla="*/ 0 h 3115"/>
              <a:gd name="T74" fmla="*/ 11010 w 23822"/>
              <a:gd name="T75" fmla="*/ 743 h 3115"/>
              <a:gd name="T76" fmla="*/ 9841 w 23822"/>
              <a:gd name="T77" fmla="*/ 628 h 3115"/>
              <a:gd name="T78" fmla="*/ 9102 w 23822"/>
              <a:gd name="T79" fmla="*/ 1544 h 3115"/>
              <a:gd name="T80" fmla="*/ 9841 w 23822"/>
              <a:gd name="T81" fmla="*/ 2487 h 3115"/>
              <a:gd name="T82" fmla="*/ 11018 w 23822"/>
              <a:gd name="T83" fmla="*/ 2372 h 3115"/>
              <a:gd name="T84" fmla="*/ 9102 w 23822"/>
              <a:gd name="T85" fmla="*/ 2920 h 3115"/>
              <a:gd name="T86" fmla="*/ 8596 w 23822"/>
              <a:gd name="T87" fmla="*/ 733 h 3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22" h="3115">
                <a:moveTo>
                  <a:pt x="12642" y="935"/>
                </a:moveTo>
                <a:lnTo>
                  <a:pt x="12347" y="1770"/>
                </a:lnTo>
                <a:lnTo>
                  <a:pt x="12960" y="1770"/>
                </a:lnTo>
                <a:lnTo>
                  <a:pt x="12665" y="935"/>
                </a:lnTo>
                <a:lnTo>
                  <a:pt x="12642" y="935"/>
                </a:lnTo>
                <a:close/>
                <a:moveTo>
                  <a:pt x="3135" y="682"/>
                </a:moveTo>
                <a:lnTo>
                  <a:pt x="3135" y="2433"/>
                </a:lnTo>
                <a:lnTo>
                  <a:pt x="3488" y="2433"/>
                </a:lnTo>
                <a:cubicBezTo>
                  <a:pt x="3792" y="2433"/>
                  <a:pt x="4025" y="2358"/>
                  <a:pt x="4187" y="2207"/>
                </a:cubicBezTo>
                <a:cubicBezTo>
                  <a:pt x="4349" y="2056"/>
                  <a:pt x="4430" y="1840"/>
                  <a:pt x="4430" y="1559"/>
                </a:cubicBezTo>
                <a:cubicBezTo>
                  <a:pt x="4430" y="1276"/>
                  <a:pt x="4352" y="1059"/>
                  <a:pt x="4195" y="908"/>
                </a:cubicBezTo>
                <a:cubicBezTo>
                  <a:pt x="4037" y="757"/>
                  <a:pt x="3812" y="682"/>
                  <a:pt x="3518" y="682"/>
                </a:cubicBezTo>
                <a:lnTo>
                  <a:pt x="3135" y="682"/>
                </a:lnTo>
                <a:close/>
                <a:moveTo>
                  <a:pt x="19478" y="628"/>
                </a:moveTo>
                <a:cubicBezTo>
                  <a:pt x="19251" y="628"/>
                  <a:pt x="19072" y="710"/>
                  <a:pt x="18941" y="873"/>
                </a:cubicBezTo>
                <a:cubicBezTo>
                  <a:pt x="18811" y="1037"/>
                  <a:pt x="18746" y="1265"/>
                  <a:pt x="18746" y="1559"/>
                </a:cubicBezTo>
                <a:cubicBezTo>
                  <a:pt x="18746" y="1853"/>
                  <a:pt x="18811" y="2081"/>
                  <a:pt x="18941" y="2243"/>
                </a:cubicBezTo>
                <a:cubicBezTo>
                  <a:pt x="19072" y="2405"/>
                  <a:pt x="19251" y="2487"/>
                  <a:pt x="19478" y="2487"/>
                </a:cubicBezTo>
                <a:cubicBezTo>
                  <a:pt x="19703" y="2487"/>
                  <a:pt x="19880" y="2405"/>
                  <a:pt x="20011" y="2243"/>
                </a:cubicBezTo>
                <a:cubicBezTo>
                  <a:pt x="20141" y="2081"/>
                  <a:pt x="20206" y="1853"/>
                  <a:pt x="20206" y="1559"/>
                </a:cubicBezTo>
                <a:cubicBezTo>
                  <a:pt x="20206" y="1265"/>
                  <a:pt x="20141" y="1037"/>
                  <a:pt x="20012" y="873"/>
                </a:cubicBezTo>
                <a:cubicBezTo>
                  <a:pt x="19883" y="710"/>
                  <a:pt x="19705" y="628"/>
                  <a:pt x="19478" y="628"/>
                </a:cubicBezTo>
                <a:close/>
                <a:moveTo>
                  <a:pt x="21312" y="53"/>
                </a:moveTo>
                <a:lnTo>
                  <a:pt x="21929" y="53"/>
                </a:lnTo>
                <a:lnTo>
                  <a:pt x="23129" y="1827"/>
                </a:lnTo>
                <a:lnTo>
                  <a:pt x="23152" y="1827"/>
                </a:lnTo>
                <a:lnTo>
                  <a:pt x="23152" y="53"/>
                </a:lnTo>
                <a:lnTo>
                  <a:pt x="23822" y="53"/>
                </a:lnTo>
                <a:lnTo>
                  <a:pt x="23822" y="3061"/>
                </a:lnTo>
                <a:lnTo>
                  <a:pt x="23240" y="3061"/>
                </a:lnTo>
                <a:lnTo>
                  <a:pt x="22006" y="1287"/>
                </a:lnTo>
                <a:lnTo>
                  <a:pt x="21983" y="1287"/>
                </a:lnTo>
                <a:lnTo>
                  <a:pt x="21983" y="3061"/>
                </a:lnTo>
                <a:lnTo>
                  <a:pt x="21312" y="3061"/>
                </a:lnTo>
                <a:lnTo>
                  <a:pt x="21312" y="53"/>
                </a:lnTo>
                <a:close/>
                <a:moveTo>
                  <a:pt x="16972" y="53"/>
                </a:moveTo>
                <a:lnTo>
                  <a:pt x="17643" y="53"/>
                </a:lnTo>
                <a:lnTo>
                  <a:pt x="17643" y="3061"/>
                </a:lnTo>
                <a:lnTo>
                  <a:pt x="16972" y="3061"/>
                </a:lnTo>
                <a:lnTo>
                  <a:pt x="16972" y="53"/>
                </a:lnTo>
                <a:close/>
                <a:moveTo>
                  <a:pt x="14263" y="53"/>
                </a:moveTo>
                <a:lnTo>
                  <a:pt x="16616" y="53"/>
                </a:lnTo>
                <a:lnTo>
                  <a:pt x="16616" y="682"/>
                </a:lnTo>
                <a:lnTo>
                  <a:pt x="15777" y="682"/>
                </a:lnTo>
                <a:lnTo>
                  <a:pt x="15777" y="3061"/>
                </a:lnTo>
                <a:lnTo>
                  <a:pt x="15106" y="3061"/>
                </a:lnTo>
                <a:lnTo>
                  <a:pt x="15106" y="682"/>
                </a:lnTo>
                <a:lnTo>
                  <a:pt x="14263" y="682"/>
                </a:lnTo>
                <a:lnTo>
                  <a:pt x="14263" y="53"/>
                </a:lnTo>
                <a:close/>
                <a:moveTo>
                  <a:pt x="12308" y="53"/>
                </a:moveTo>
                <a:lnTo>
                  <a:pt x="12994" y="53"/>
                </a:lnTo>
                <a:lnTo>
                  <a:pt x="14129" y="3061"/>
                </a:lnTo>
                <a:lnTo>
                  <a:pt x="13416" y="3061"/>
                </a:lnTo>
                <a:lnTo>
                  <a:pt x="13182" y="2398"/>
                </a:lnTo>
                <a:lnTo>
                  <a:pt x="12121" y="2398"/>
                </a:lnTo>
                <a:lnTo>
                  <a:pt x="11887" y="3061"/>
                </a:lnTo>
                <a:lnTo>
                  <a:pt x="11178" y="3061"/>
                </a:lnTo>
                <a:lnTo>
                  <a:pt x="12308" y="53"/>
                </a:lnTo>
                <a:close/>
                <a:moveTo>
                  <a:pt x="5536" y="53"/>
                </a:moveTo>
                <a:lnTo>
                  <a:pt x="6207" y="53"/>
                </a:lnTo>
                <a:lnTo>
                  <a:pt x="6207" y="1824"/>
                </a:lnTo>
                <a:cubicBezTo>
                  <a:pt x="6207" y="2028"/>
                  <a:pt x="6257" y="2190"/>
                  <a:pt x="6356" y="2308"/>
                </a:cubicBezTo>
                <a:cubicBezTo>
                  <a:pt x="6456" y="2427"/>
                  <a:pt x="6591" y="2487"/>
                  <a:pt x="6763" y="2487"/>
                </a:cubicBezTo>
                <a:cubicBezTo>
                  <a:pt x="6934" y="2487"/>
                  <a:pt x="7069" y="2428"/>
                  <a:pt x="7169" y="2312"/>
                </a:cubicBezTo>
                <a:cubicBezTo>
                  <a:pt x="7268" y="2196"/>
                  <a:pt x="7318" y="2038"/>
                  <a:pt x="7318" y="1839"/>
                </a:cubicBezTo>
                <a:lnTo>
                  <a:pt x="7318" y="53"/>
                </a:lnTo>
                <a:lnTo>
                  <a:pt x="7989" y="53"/>
                </a:lnTo>
                <a:lnTo>
                  <a:pt x="7989" y="1866"/>
                </a:lnTo>
                <a:cubicBezTo>
                  <a:pt x="7989" y="2121"/>
                  <a:pt x="7939" y="2344"/>
                  <a:pt x="7839" y="2533"/>
                </a:cubicBezTo>
                <a:cubicBezTo>
                  <a:pt x="7740" y="2722"/>
                  <a:pt x="7597" y="2866"/>
                  <a:pt x="7412" y="2966"/>
                </a:cubicBezTo>
                <a:cubicBezTo>
                  <a:pt x="7227" y="3065"/>
                  <a:pt x="7010" y="3115"/>
                  <a:pt x="6763" y="3115"/>
                </a:cubicBezTo>
                <a:cubicBezTo>
                  <a:pt x="6512" y="3115"/>
                  <a:pt x="6295" y="3065"/>
                  <a:pt x="6111" y="2966"/>
                </a:cubicBezTo>
                <a:cubicBezTo>
                  <a:pt x="5927" y="2866"/>
                  <a:pt x="5785" y="2722"/>
                  <a:pt x="5686" y="2534"/>
                </a:cubicBezTo>
                <a:cubicBezTo>
                  <a:pt x="5586" y="2347"/>
                  <a:pt x="5536" y="2124"/>
                  <a:pt x="5536" y="1866"/>
                </a:cubicBezTo>
                <a:lnTo>
                  <a:pt x="5536" y="53"/>
                </a:lnTo>
                <a:close/>
                <a:moveTo>
                  <a:pt x="2464" y="53"/>
                </a:moveTo>
                <a:lnTo>
                  <a:pt x="3549" y="53"/>
                </a:lnTo>
                <a:cubicBezTo>
                  <a:pt x="3878" y="53"/>
                  <a:pt x="4161" y="113"/>
                  <a:pt x="4396" y="231"/>
                </a:cubicBezTo>
                <a:cubicBezTo>
                  <a:pt x="4631" y="350"/>
                  <a:pt x="4810" y="523"/>
                  <a:pt x="4932" y="749"/>
                </a:cubicBezTo>
                <a:cubicBezTo>
                  <a:pt x="5055" y="975"/>
                  <a:pt x="5116" y="1245"/>
                  <a:pt x="5116" y="1559"/>
                </a:cubicBezTo>
                <a:cubicBezTo>
                  <a:pt x="5116" y="1873"/>
                  <a:pt x="5052" y="2143"/>
                  <a:pt x="4925" y="2368"/>
                </a:cubicBezTo>
                <a:cubicBezTo>
                  <a:pt x="4797" y="2593"/>
                  <a:pt x="4611" y="2764"/>
                  <a:pt x="4367" y="2883"/>
                </a:cubicBezTo>
                <a:cubicBezTo>
                  <a:pt x="4123" y="3002"/>
                  <a:pt x="3829" y="3061"/>
                  <a:pt x="3484" y="3061"/>
                </a:cubicBezTo>
                <a:lnTo>
                  <a:pt x="2464" y="3061"/>
                </a:lnTo>
                <a:lnTo>
                  <a:pt x="2464" y="53"/>
                </a:lnTo>
                <a:close/>
                <a:moveTo>
                  <a:pt x="0" y="53"/>
                </a:moveTo>
                <a:lnTo>
                  <a:pt x="2024" y="53"/>
                </a:lnTo>
                <a:lnTo>
                  <a:pt x="2024" y="663"/>
                </a:lnTo>
                <a:lnTo>
                  <a:pt x="671" y="663"/>
                </a:lnTo>
                <a:lnTo>
                  <a:pt x="671" y="1230"/>
                </a:lnTo>
                <a:lnTo>
                  <a:pt x="1951" y="1230"/>
                </a:lnTo>
                <a:lnTo>
                  <a:pt x="1951" y="1839"/>
                </a:lnTo>
                <a:lnTo>
                  <a:pt x="671" y="1839"/>
                </a:lnTo>
                <a:lnTo>
                  <a:pt x="671" y="2452"/>
                </a:lnTo>
                <a:lnTo>
                  <a:pt x="2070" y="2452"/>
                </a:lnTo>
                <a:lnTo>
                  <a:pt x="2070" y="3061"/>
                </a:lnTo>
                <a:lnTo>
                  <a:pt x="0" y="3061"/>
                </a:lnTo>
                <a:lnTo>
                  <a:pt x="0" y="53"/>
                </a:lnTo>
                <a:close/>
                <a:moveTo>
                  <a:pt x="19478" y="0"/>
                </a:moveTo>
                <a:cubicBezTo>
                  <a:pt x="19767" y="0"/>
                  <a:pt x="20017" y="62"/>
                  <a:pt x="20229" y="185"/>
                </a:cubicBezTo>
                <a:cubicBezTo>
                  <a:pt x="20441" y="309"/>
                  <a:pt x="20605" y="488"/>
                  <a:pt x="20719" y="722"/>
                </a:cubicBezTo>
                <a:cubicBezTo>
                  <a:pt x="20834" y="956"/>
                  <a:pt x="20892" y="1235"/>
                  <a:pt x="20892" y="1559"/>
                </a:cubicBezTo>
                <a:cubicBezTo>
                  <a:pt x="20892" y="1881"/>
                  <a:pt x="20834" y="2159"/>
                  <a:pt x="20719" y="2393"/>
                </a:cubicBezTo>
                <a:cubicBezTo>
                  <a:pt x="20605" y="2626"/>
                  <a:pt x="20441" y="2805"/>
                  <a:pt x="20229" y="2929"/>
                </a:cubicBezTo>
                <a:cubicBezTo>
                  <a:pt x="20017" y="3053"/>
                  <a:pt x="19767" y="3115"/>
                  <a:pt x="19478" y="3115"/>
                </a:cubicBezTo>
                <a:cubicBezTo>
                  <a:pt x="19187" y="3115"/>
                  <a:pt x="18935" y="3053"/>
                  <a:pt x="18723" y="2929"/>
                </a:cubicBezTo>
                <a:cubicBezTo>
                  <a:pt x="18511" y="2805"/>
                  <a:pt x="18347" y="2626"/>
                  <a:pt x="18233" y="2393"/>
                </a:cubicBezTo>
                <a:cubicBezTo>
                  <a:pt x="18118" y="2159"/>
                  <a:pt x="18060" y="1881"/>
                  <a:pt x="18060" y="1559"/>
                </a:cubicBezTo>
                <a:cubicBezTo>
                  <a:pt x="18060" y="1235"/>
                  <a:pt x="18118" y="956"/>
                  <a:pt x="18233" y="722"/>
                </a:cubicBezTo>
                <a:cubicBezTo>
                  <a:pt x="18347" y="488"/>
                  <a:pt x="18511" y="309"/>
                  <a:pt x="18723" y="185"/>
                </a:cubicBezTo>
                <a:cubicBezTo>
                  <a:pt x="18935" y="62"/>
                  <a:pt x="19187" y="0"/>
                  <a:pt x="19478" y="0"/>
                </a:cubicBezTo>
                <a:close/>
                <a:moveTo>
                  <a:pt x="9880" y="0"/>
                </a:moveTo>
                <a:cubicBezTo>
                  <a:pt x="10145" y="0"/>
                  <a:pt x="10373" y="65"/>
                  <a:pt x="10562" y="197"/>
                </a:cubicBezTo>
                <a:cubicBezTo>
                  <a:pt x="10751" y="329"/>
                  <a:pt x="10900" y="511"/>
                  <a:pt x="11010" y="743"/>
                </a:cubicBezTo>
                <a:lnTo>
                  <a:pt x="10416" y="1007"/>
                </a:lnTo>
                <a:cubicBezTo>
                  <a:pt x="10363" y="882"/>
                  <a:pt x="10285" y="788"/>
                  <a:pt x="10184" y="724"/>
                </a:cubicBezTo>
                <a:cubicBezTo>
                  <a:pt x="10083" y="660"/>
                  <a:pt x="9969" y="628"/>
                  <a:pt x="9841" y="628"/>
                </a:cubicBezTo>
                <a:cubicBezTo>
                  <a:pt x="9696" y="628"/>
                  <a:pt x="9567" y="666"/>
                  <a:pt x="9456" y="741"/>
                </a:cubicBezTo>
                <a:cubicBezTo>
                  <a:pt x="9345" y="816"/>
                  <a:pt x="9258" y="923"/>
                  <a:pt x="9196" y="1061"/>
                </a:cubicBezTo>
                <a:cubicBezTo>
                  <a:pt x="9133" y="1199"/>
                  <a:pt x="9102" y="1360"/>
                  <a:pt x="9102" y="1544"/>
                </a:cubicBezTo>
                <a:cubicBezTo>
                  <a:pt x="9102" y="1733"/>
                  <a:pt x="9133" y="1898"/>
                  <a:pt x="9196" y="2040"/>
                </a:cubicBezTo>
                <a:cubicBezTo>
                  <a:pt x="9258" y="2182"/>
                  <a:pt x="9345" y="2292"/>
                  <a:pt x="9456" y="2370"/>
                </a:cubicBezTo>
                <a:cubicBezTo>
                  <a:pt x="9567" y="2448"/>
                  <a:pt x="9696" y="2487"/>
                  <a:pt x="9841" y="2487"/>
                </a:cubicBezTo>
                <a:cubicBezTo>
                  <a:pt x="9964" y="2487"/>
                  <a:pt x="10075" y="2454"/>
                  <a:pt x="10173" y="2389"/>
                </a:cubicBezTo>
                <a:cubicBezTo>
                  <a:pt x="10271" y="2324"/>
                  <a:pt x="10355" y="2230"/>
                  <a:pt x="10424" y="2107"/>
                </a:cubicBezTo>
                <a:lnTo>
                  <a:pt x="11018" y="2372"/>
                </a:lnTo>
                <a:cubicBezTo>
                  <a:pt x="10905" y="2609"/>
                  <a:pt x="10748" y="2792"/>
                  <a:pt x="10545" y="2922"/>
                </a:cubicBezTo>
                <a:cubicBezTo>
                  <a:pt x="10341" y="3051"/>
                  <a:pt x="10108" y="3115"/>
                  <a:pt x="9845" y="3115"/>
                </a:cubicBezTo>
                <a:cubicBezTo>
                  <a:pt x="9567" y="3115"/>
                  <a:pt x="9319" y="3050"/>
                  <a:pt x="9102" y="2920"/>
                </a:cubicBezTo>
                <a:cubicBezTo>
                  <a:pt x="8885" y="2789"/>
                  <a:pt x="8715" y="2605"/>
                  <a:pt x="8594" y="2366"/>
                </a:cubicBezTo>
                <a:cubicBezTo>
                  <a:pt x="8473" y="2127"/>
                  <a:pt x="8412" y="1853"/>
                  <a:pt x="8412" y="1544"/>
                </a:cubicBezTo>
                <a:cubicBezTo>
                  <a:pt x="8412" y="1237"/>
                  <a:pt x="8473" y="967"/>
                  <a:pt x="8596" y="733"/>
                </a:cubicBezTo>
                <a:cubicBezTo>
                  <a:pt x="8719" y="500"/>
                  <a:pt x="8891" y="319"/>
                  <a:pt x="9113" y="191"/>
                </a:cubicBezTo>
                <a:cubicBezTo>
                  <a:pt x="9336" y="63"/>
                  <a:pt x="9591" y="0"/>
                  <a:pt x="9880"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pic>
        <p:nvPicPr>
          <p:cNvPr id="15" name="图片 14" descr="C:/Users/ADMIN/AppData/Local/Temp/fig2wpp/@png2x-2574&amp;2537.png"/>
          <p:cNvPicPr>
            <a:picLocks noChangeAspect="1"/>
          </p:cNvPicPr>
          <p:nvPr userDrawn="1">
            <p:custDataLst>
              <p:tags r:id="rId4"/>
            </p:custDataLst>
          </p:nvPr>
        </p:nvPicPr>
        <p:blipFill>
          <a:blip r:embed="rId13" r:link="rId12"/>
          <a:srcRect b="11680"/>
          <a:stretch>
            <a:fillRect/>
          </a:stretch>
        </p:blipFill>
        <p:spPr>
          <a:xfrm>
            <a:off x="4352925" y="673100"/>
            <a:ext cx="3486150" cy="1574800"/>
          </a:xfrm>
          <a:prstGeom prst="rect">
            <a:avLst/>
          </a:prstGeom>
          <a:effectLst>
            <a:outerShdw blurRad="279400" dist="50800" dir="2640000" algn="t" rotWithShape="0">
              <a:schemeClr val="accent1">
                <a:lumMod val="50000"/>
                <a:alpha val="56000"/>
              </a:schemeClr>
            </a:outerShdw>
          </a:effectLst>
        </p:spPr>
      </p:pic>
      <p:sp>
        <p:nvSpPr>
          <p:cNvPr id="2" name="标题 1"/>
          <p:cNvSpPr>
            <a:spLocks noGrp="1"/>
          </p:cNvSpPr>
          <p:nvPr>
            <p:ph type="ctrTitle"/>
            <p:custDataLst>
              <p:tags r:id="rId5"/>
            </p:custDataLst>
          </p:nvPr>
        </p:nvSpPr>
        <p:spPr>
          <a:xfrm>
            <a:off x="838200" y="2075440"/>
            <a:ext cx="10515000" cy="1630880"/>
          </a:xfrm>
        </p:spPr>
        <p:txBody>
          <a:bodyPr wrap="square" anchor="b">
            <a:normAutofit/>
          </a:bodyPr>
          <a:lstStyle>
            <a:lvl1pPr algn="ctr">
              <a:lnSpc>
                <a:spcPct val="100000"/>
              </a:lnSpc>
              <a:defRPr sz="6200">
                <a:solidFill>
                  <a:schemeClr val="lt1">
                    <a:lumMod val="100000"/>
                  </a:schemeClr>
                </a:solidFill>
                <a:latin typeface="+mj-ea"/>
                <a:ea typeface="+mj-ea"/>
              </a:defRPr>
            </a:lvl1pPr>
          </a:lstStyle>
          <a:p>
            <a:r>
              <a:rPr lang="zh-CN" altLang="en-US" dirty="0"/>
              <a:t>单击此处编辑母版标题样式</a:t>
            </a:r>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24" name="署名占位符 10"/>
          <p:cNvSpPr>
            <a:spLocks noGrp="1"/>
          </p:cNvSpPr>
          <p:nvPr>
            <p:ph type="body" sz="quarter" idx="17" hasCustomPrompt="1"/>
            <p:custDataLst>
              <p:tags r:id="rId9"/>
            </p:custDataLst>
          </p:nvPr>
        </p:nvSpPr>
        <p:spPr>
          <a:xfrm>
            <a:off x="838200" y="4312253"/>
            <a:ext cx="10515000" cy="488348"/>
          </a:xfrm>
        </p:spPr>
        <p:txBody>
          <a:bodyPr wrap="square" anchor="t">
            <a:normAutofit/>
          </a:bodyPr>
          <a:lstStyle>
            <a:lvl1pPr marL="0" indent="0" algn="ctr">
              <a:lnSpc>
                <a:spcPct val="100000"/>
              </a:lnSpc>
              <a:buNone/>
              <a:defRPr sz="1800">
                <a:solidFill>
                  <a:schemeClr val="lt1">
                    <a:lumMod val="100000"/>
                  </a:schemeClr>
                </a:solidFill>
              </a:defRPr>
            </a:lvl1pPr>
          </a:lstStyle>
          <a:p>
            <a:pPr lvl="0"/>
            <a:r>
              <a:rPr lang="zh-CN" altLang="en-US" dirty="0"/>
              <a:t>署名</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image" Target="NULL" TargetMode="Externa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77.xml"/><Relationship Id="rId18" Type="http://schemas.openxmlformats.org/officeDocument/2006/relationships/tags" Target="../tags/tag82.xml"/><Relationship Id="rId3" Type="http://schemas.openxmlformats.org/officeDocument/2006/relationships/slideLayout" Target="../slideLayouts/slideLayout14.xml"/><Relationship Id="rId21" Type="http://schemas.openxmlformats.org/officeDocument/2006/relationships/image" Target="NULL" TargetMode="Externa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81.xml"/><Relationship Id="rId2" Type="http://schemas.openxmlformats.org/officeDocument/2006/relationships/slideLayout" Target="../slideLayouts/slideLayout13.xml"/><Relationship Id="rId16" Type="http://schemas.openxmlformats.org/officeDocument/2006/relationships/tags" Target="../tags/tag80.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79.xml"/><Relationship Id="rId10" Type="http://schemas.openxmlformats.org/officeDocument/2006/relationships/slideLayout" Target="../slideLayouts/slideLayout21.xml"/><Relationship Id="rId19" Type="http://schemas.openxmlformats.org/officeDocument/2006/relationships/tags" Target="../tags/tag8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descr="C:/Users/ADMIN/AppData/Local/Temp/fig2wpp/@png2x_bg-2558&amp;1235.png"/>
          <p:cNvPicPr>
            <a:picLocks noChangeAspect="1"/>
          </p:cNvPicPr>
          <p:nvPr>
            <p:custDataLst>
              <p:tags r:id="rId13"/>
            </p:custDataLst>
          </p:nvPr>
        </p:nvPicPr>
        <p:blipFill>
          <a:blip r:embed="rId20" r:link="rId21"/>
          <a:stretch>
            <a:fillRect/>
          </a:stretch>
        </p:blipFill>
        <p:spPr>
          <a:xfrm>
            <a:off x="0" y="0"/>
            <a:ext cx="12192000" cy="6858000"/>
          </a:xfrm>
          <a:prstGeom prst="rect">
            <a:avLst/>
          </a:prstGeom>
        </p:spPr>
      </p:pic>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7" name="KSO_TEMPLATE" hidden="1"/>
          <p:cNvSpPr/>
          <p:nvPr>
            <p:custDataLst>
              <p:tags r:id="rId19"/>
            </p:custDataLst>
          </p:nvPr>
        </p:nvSpPr>
        <p:spPr>
          <a:xfrm>
            <a:off x="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descr="C:/Users/ADMIN/AppData/Local/Temp/fig2wpp/@png2x_bg-2558&amp;1235.png"/>
          <p:cNvPicPr>
            <a:picLocks noChangeAspect="1"/>
          </p:cNvPicPr>
          <p:nvPr userDrawn="1">
            <p:custDataLst>
              <p:tags r:id="rId13"/>
            </p:custDataLst>
          </p:nvPr>
        </p:nvPicPr>
        <p:blipFill>
          <a:blip r:embed="rId20" r:link="rId21"/>
          <a:stretch>
            <a:fillRect/>
          </a:stretch>
        </p:blipFill>
        <p:spPr>
          <a:xfrm>
            <a:off x="0" y="0"/>
            <a:ext cx="12192000" cy="6858000"/>
          </a:xfrm>
          <a:prstGeom prst="rect">
            <a:avLst/>
          </a:prstGeom>
        </p:spPr>
      </p:pic>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2024/9/30</a:t>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7" name="KSO_TEMPLATE" hidden="1"/>
          <p:cNvSpPr/>
          <p:nvPr userDrawn="1">
            <p:custDataLst>
              <p:tags r:id="rId19"/>
            </p:custDataLst>
          </p:nvPr>
        </p:nvSpPr>
        <p:spPr>
          <a:xfrm>
            <a:off x="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62.xml"/><Relationship Id="rId13" Type="http://schemas.openxmlformats.org/officeDocument/2006/relationships/tags" Target="../tags/tag167.xml"/><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tags" Target="../tags/tag166.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tags" Target="../tags/tag165.xml"/><Relationship Id="rId5" Type="http://schemas.openxmlformats.org/officeDocument/2006/relationships/tags" Target="../tags/tag159.xml"/><Relationship Id="rId15" Type="http://schemas.openxmlformats.org/officeDocument/2006/relationships/slideLayout" Target="../slideLayouts/slideLayout14.xml"/><Relationship Id="rId10" Type="http://schemas.openxmlformats.org/officeDocument/2006/relationships/tags" Target="../tags/tag164.xml"/><Relationship Id="rId4" Type="http://schemas.openxmlformats.org/officeDocument/2006/relationships/tags" Target="../tags/tag158.xml"/><Relationship Id="rId9" Type="http://schemas.openxmlformats.org/officeDocument/2006/relationships/tags" Target="../tags/tag163.xml"/><Relationship Id="rId14" Type="http://schemas.openxmlformats.org/officeDocument/2006/relationships/tags" Target="../tags/tag16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69.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5.xml"/><Relationship Id="rId1" Type="http://schemas.openxmlformats.org/officeDocument/2006/relationships/tags" Target="../tags/tag170.xml"/><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5.xml"/><Relationship Id="rId1" Type="http://schemas.openxmlformats.org/officeDocument/2006/relationships/tags" Target="../tags/tag17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5.xml"/><Relationship Id="rId1" Type="http://schemas.openxmlformats.org/officeDocument/2006/relationships/tags" Target="../tags/tag17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5.xml"/><Relationship Id="rId1" Type="http://schemas.openxmlformats.org/officeDocument/2006/relationships/tags" Target="../tags/tag17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7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80.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5.xml"/><Relationship Id="rId1" Type="http://schemas.openxmlformats.org/officeDocument/2006/relationships/tags" Target="../tags/tag18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5.xml"/><Relationship Id="rId1" Type="http://schemas.openxmlformats.org/officeDocument/2006/relationships/tags" Target="../tags/tag18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5.xml"/><Relationship Id="rId1" Type="http://schemas.openxmlformats.org/officeDocument/2006/relationships/tags" Target="../tags/tag18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5.xml"/><Relationship Id="rId1" Type="http://schemas.openxmlformats.org/officeDocument/2006/relationships/tags" Target="../tags/tag18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8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86.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5.xml"/><Relationship Id="rId1" Type="http://schemas.openxmlformats.org/officeDocument/2006/relationships/tags" Target="../tags/tag187.xml"/><Relationship Id="rId4" Type="http://schemas.openxmlformats.org/officeDocument/2006/relationships/image" Target="../media/image13.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5.xml"/><Relationship Id="rId1" Type="http://schemas.openxmlformats.org/officeDocument/2006/relationships/tags" Target="../tags/tag188.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4.w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89.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5.xml"/><Relationship Id="rId1" Type="http://schemas.openxmlformats.org/officeDocument/2006/relationships/tags" Target="../tags/tag19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5.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5.xml"/><Relationship Id="rId1" Type="http://schemas.openxmlformats.org/officeDocument/2006/relationships/tags" Target="../tags/tag196.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5.xml"/><Relationship Id="rId1" Type="http://schemas.openxmlformats.org/officeDocument/2006/relationships/tags" Target="../tags/tag19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9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00.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5.xml"/><Relationship Id="rId1" Type="http://schemas.openxmlformats.org/officeDocument/2006/relationships/tags" Target="../tags/tag201.xml"/><Relationship Id="rId4" Type="http://schemas.openxmlformats.org/officeDocument/2006/relationships/image" Target="../media/image18.w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0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5.xml"/><Relationship Id="rId1" Type="http://schemas.openxmlformats.org/officeDocument/2006/relationships/tags" Target="../tags/tag20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04.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5.xml"/><Relationship Id="rId1" Type="http://schemas.openxmlformats.org/officeDocument/2006/relationships/tags" Target="../tags/tag20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06.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5.xml"/><Relationship Id="rId1" Type="http://schemas.openxmlformats.org/officeDocument/2006/relationships/tags" Target="../tags/tag20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5.xml"/><Relationship Id="rId1" Type="http://schemas.openxmlformats.org/officeDocument/2006/relationships/tags" Target="../tags/tag208.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5.xml"/><Relationship Id="rId1" Type="http://schemas.openxmlformats.org/officeDocument/2006/relationships/tags" Target="../tags/tag209.xml"/><Relationship Id="rId4" Type="http://schemas.openxmlformats.org/officeDocument/2006/relationships/image" Target="../media/image23.wmf"/></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5.xml"/><Relationship Id="rId1" Type="http://schemas.openxmlformats.org/officeDocument/2006/relationships/tags" Target="../tags/tag210.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5.xml"/><Relationship Id="rId1" Type="http://schemas.openxmlformats.org/officeDocument/2006/relationships/tags" Target="../tags/tag21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1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1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1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1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16.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218.xml"/><Relationship Id="rId1" Type="http://schemas.openxmlformats.org/officeDocument/2006/relationships/tags" Target="../tags/tag2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2"/>
            </p:custDataLst>
          </p:nvPr>
        </p:nvSpPr>
        <p:spPr>
          <a:xfrm>
            <a:off x="838200" y="1238353"/>
            <a:ext cx="10515600" cy="1540715"/>
          </a:xfrm>
        </p:spPr>
        <p:txBody>
          <a:bodyPr>
            <a:normAutofit/>
          </a:bodyPr>
          <a:lstStyle/>
          <a:p>
            <a:r>
              <a:rPr lang="zh-CN" altLang="en-US" sz="2800" dirty="0">
                <a:solidFill>
                  <a:schemeClr val="bg1"/>
                </a:solidFill>
                <a:latin typeface="Microsoft YaHei Light" panose="020B0502040204020203" pitchFamily="34" charset="-122"/>
                <a:ea typeface="Microsoft YaHei Light" panose="020B0502040204020203" pitchFamily="34" charset="-122"/>
              </a:rPr>
              <a:t>字符串</a:t>
            </a:r>
            <a:r>
              <a:rPr lang="en-US" altLang="zh-CN" sz="2800" dirty="0">
                <a:solidFill>
                  <a:schemeClr val="bg1"/>
                </a:solidFill>
                <a:latin typeface="Microsoft YaHei Light" panose="020B0502040204020203" pitchFamily="34" charset="-122"/>
                <a:ea typeface="Microsoft YaHei Light" panose="020B0502040204020203" pitchFamily="34" charset="-122"/>
              </a:rPr>
              <a:t>string</a:t>
            </a:r>
            <a:r>
              <a:rPr lang="zh-CN" altLang="en-US" sz="2800" dirty="0">
                <a:solidFill>
                  <a:schemeClr val="bg1"/>
                </a:solidFill>
                <a:latin typeface="Microsoft YaHei Light" panose="020B0502040204020203" pitchFamily="34" charset="-122"/>
                <a:ea typeface="Microsoft YaHei Light" panose="020B0502040204020203" pitchFamily="34" charset="-122"/>
              </a:rPr>
              <a:t>算法专题分享</a:t>
            </a:r>
          </a:p>
        </p:txBody>
      </p:sp>
      <p:sp>
        <p:nvSpPr>
          <p:cNvPr id="10" name="署名"/>
          <p:cNvSpPr>
            <a:spLocks noGrp="1"/>
          </p:cNvSpPr>
          <p:nvPr>
            <p:ph type="body" sz="quarter" idx="17"/>
            <p:custDataLst>
              <p:tags r:id="rId3"/>
            </p:custDataLst>
          </p:nvPr>
        </p:nvSpPr>
        <p:spPr>
          <a:xfrm>
            <a:off x="838200" y="2906232"/>
            <a:ext cx="10515600" cy="1674629"/>
          </a:xfrm>
        </p:spPr>
        <p:txBody>
          <a:bodyPr>
            <a:normAutofit/>
          </a:bodyPr>
          <a:lstStyle/>
          <a:p>
            <a:r>
              <a:rPr lang="en-US" altLang="zh-CN" dirty="0"/>
              <a:t>Team: </a:t>
            </a:r>
            <a:r>
              <a:rPr lang="zh-CN" altLang="en-US" dirty="0"/>
              <a:t>写的都队 </a:t>
            </a:r>
            <a:r>
              <a:rPr lang="en-US" altLang="zh-CN" dirty="0"/>
              <a:t>All Accept</a:t>
            </a:r>
          </a:p>
          <a:p>
            <a:r>
              <a:rPr lang="zh-CN" altLang="en-US" dirty="0"/>
              <a:t>朱禹洲</a:t>
            </a:r>
            <a:endParaRPr lang="en-US" altLang="zh-CN" dirty="0"/>
          </a:p>
          <a:p>
            <a:r>
              <a:rPr lang="zh-CN" altLang="en-US" dirty="0"/>
              <a:t>祝王子</a:t>
            </a:r>
            <a:endParaRPr lang="en-US" altLang="zh-CN" dirty="0"/>
          </a:p>
          <a:p>
            <a:r>
              <a:rPr lang="zh-CN" altLang="en-US" dirty="0"/>
              <a:t>刘腾予</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2"/>
            </p:custDataLst>
          </p:nvPr>
        </p:nvSpPr>
        <p:spPr/>
        <p:txBody>
          <a:bodyPr/>
          <a:lstStyle/>
          <a:p>
            <a:r>
              <a:rPr lang="en-US" altLang="zh-CN" dirty="0"/>
              <a:t>Content</a:t>
            </a:r>
            <a:endParaRPr lang="zh-CN" altLang="en-US" dirty="0"/>
          </a:p>
        </p:txBody>
      </p:sp>
      <p:sp>
        <p:nvSpPr>
          <p:cNvPr id="36" name="序号"/>
          <p:cNvSpPr txBox="1"/>
          <p:nvPr>
            <p:custDataLst>
              <p:tags r:id="rId3"/>
            </p:custDataLst>
          </p:nvPr>
        </p:nvSpPr>
        <p:spPr>
          <a:xfrm>
            <a:off x="1430223" y="3678025"/>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Autofit/>
          </a:bodyPr>
          <a:lstStyle/>
          <a:p>
            <a:pPr lvl="0" algn="ctr">
              <a:buClrTx/>
              <a:buSzTx/>
              <a:buFontTx/>
            </a:pPr>
            <a:r>
              <a:rPr lang="en-US" sz="2600" dirty="0">
                <a:solidFill>
                  <a:schemeClr val="lt1">
                    <a:lumMod val="100000"/>
                  </a:schemeClr>
                </a:solidFill>
                <a:latin typeface="+mj-lt"/>
                <a:ea typeface="+mj-ea"/>
                <a:sym typeface="+mn-ea"/>
              </a:rPr>
              <a:t>01</a:t>
            </a:r>
          </a:p>
        </p:txBody>
      </p:sp>
      <p:sp>
        <p:nvSpPr>
          <p:cNvPr id="37" name="项标题"/>
          <p:cNvSpPr txBox="1"/>
          <p:nvPr>
            <p:custDataLst>
              <p:tags r:id="rId4"/>
            </p:custDataLst>
          </p:nvPr>
        </p:nvSpPr>
        <p:spPr>
          <a:xfrm>
            <a:off x="2447643" y="3769825"/>
            <a:ext cx="3540202" cy="504000"/>
          </a:xfrm>
          <a:prstGeom prst="rect">
            <a:avLst/>
          </a:prstGeom>
          <a:noFill/>
        </p:spPr>
        <p:txBody>
          <a:bodyPr wrap="square" lIns="0" tIns="0" rIns="0" bIns="0" rtlCol="0" anchor="ctr">
            <a:noAutofit/>
          </a:bodyPr>
          <a:lstStyle/>
          <a:p>
            <a:pPr>
              <a:lnSpc>
                <a:spcPct val="100000"/>
              </a:lnSpc>
            </a:pPr>
            <a:r>
              <a:rPr lang="zh-CN" altLang="en-US" sz="2600" b="1" spc="300" dirty="0">
                <a:solidFill>
                  <a:schemeClr val="tx2"/>
                </a:solidFill>
                <a:latin typeface="+mj-ea"/>
                <a:ea typeface="+mj-ea"/>
              </a:rPr>
              <a:t>进制哈希</a:t>
            </a:r>
          </a:p>
        </p:txBody>
      </p:sp>
      <p:sp>
        <p:nvSpPr>
          <p:cNvPr id="39" name="序号"/>
          <p:cNvSpPr txBox="1"/>
          <p:nvPr>
            <p:custDataLst>
              <p:tags r:id="rId5"/>
            </p:custDataLst>
          </p:nvPr>
        </p:nvSpPr>
        <p:spPr>
          <a:xfrm>
            <a:off x="1472635" y="4841870"/>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Autofit/>
          </a:bodyPr>
          <a:lstStyle/>
          <a:p>
            <a:pPr lvl="0" algn="ctr">
              <a:buClrTx/>
              <a:buSzTx/>
              <a:buFontTx/>
            </a:pPr>
            <a:r>
              <a:rPr lang="en-US" sz="2600" dirty="0">
                <a:solidFill>
                  <a:schemeClr val="lt1">
                    <a:lumMod val="100000"/>
                  </a:schemeClr>
                </a:solidFill>
                <a:latin typeface="+mj-lt"/>
                <a:ea typeface="+mj-ea"/>
                <a:sym typeface="+mn-ea"/>
              </a:rPr>
              <a:t>03</a:t>
            </a:r>
          </a:p>
        </p:txBody>
      </p:sp>
      <p:sp>
        <p:nvSpPr>
          <p:cNvPr id="40" name="项标题"/>
          <p:cNvSpPr txBox="1"/>
          <p:nvPr>
            <p:custDataLst>
              <p:tags r:id="rId6"/>
            </p:custDataLst>
          </p:nvPr>
        </p:nvSpPr>
        <p:spPr>
          <a:xfrm>
            <a:off x="2447643" y="4933670"/>
            <a:ext cx="3540202" cy="504000"/>
          </a:xfrm>
          <a:prstGeom prst="rect">
            <a:avLst/>
          </a:prstGeom>
          <a:noFill/>
        </p:spPr>
        <p:txBody>
          <a:bodyPr wrap="square" lIns="0" tIns="0" rIns="0" bIns="0" rtlCol="0" anchor="ctr">
            <a:noAutofit/>
          </a:bodyPr>
          <a:lstStyle/>
          <a:p>
            <a:pPr>
              <a:lnSpc>
                <a:spcPct val="100000"/>
              </a:lnSpc>
            </a:pPr>
            <a:r>
              <a:rPr lang="en-US" altLang="zh-CN" sz="2600" b="1" spc="300" dirty="0" err="1">
                <a:solidFill>
                  <a:schemeClr val="tx2"/>
                </a:solidFill>
                <a:latin typeface="+mj-ea"/>
                <a:ea typeface="+mj-ea"/>
              </a:rPr>
              <a:t>Trie</a:t>
            </a:r>
            <a:r>
              <a:rPr lang="zh-CN" altLang="en-US" sz="2600" b="1" spc="300" dirty="0">
                <a:solidFill>
                  <a:schemeClr val="tx2"/>
                </a:solidFill>
                <a:latin typeface="+mj-ea"/>
                <a:ea typeface="+mj-ea"/>
              </a:rPr>
              <a:t>树</a:t>
            </a:r>
          </a:p>
        </p:txBody>
      </p:sp>
      <p:sp>
        <p:nvSpPr>
          <p:cNvPr id="42" name="序号"/>
          <p:cNvSpPr txBox="1"/>
          <p:nvPr>
            <p:custDataLst>
              <p:tags r:id="rId7"/>
            </p:custDataLst>
          </p:nvPr>
        </p:nvSpPr>
        <p:spPr>
          <a:xfrm>
            <a:off x="6562661" y="3678025"/>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Autofit/>
          </a:bodyPr>
          <a:lstStyle/>
          <a:p>
            <a:pPr lvl="0" algn="ctr">
              <a:buClrTx/>
              <a:buSzTx/>
              <a:buFontTx/>
            </a:pPr>
            <a:r>
              <a:rPr lang="en-US" sz="2600" dirty="0">
                <a:solidFill>
                  <a:schemeClr val="lt1">
                    <a:lumMod val="100000"/>
                  </a:schemeClr>
                </a:solidFill>
                <a:latin typeface="+mj-lt"/>
                <a:ea typeface="+mj-ea"/>
                <a:sym typeface="+mn-ea"/>
              </a:rPr>
              <a:t>02</a:t>
            </a:r>
          </a:p>
        </p:txBody>
      </p:sp>
      <p:sp>
        <p:nvSpPr>
          <p:cNvPr id="43" name="项标题"/>
          <p:cNvSpPr txBox="1"/>
          <p:nvPr>
            <p:custDataLst>
              <p:tags r:id="rId8"/>
            </p:custDataLst>
          </p:nvPr>
        </p:nvSpPr>
        <p:spPr>
          <a:xfrm>
            <a:off x="7580081" y="3769825"/>
            <a:ext cx="3540202" cy="504000"/>
          </a:xfrm>
          <a:prstGeom prst="rect">
            <a:avLst/>
          </a:prstGeom>
          <a:noFill/>
        </p:spPr>
        <p:txBody>
          <a:bodyPr wrap="square" lIns="0" tIns="0" rIns="0" bIns="0" rtlCol="0" anchor="ctr">
            <a:noAutofit/>
          </a:bodyPr>
          <a:lstStyle/>
          <a:p>
            <a:pPr>
              <a:lnSpc>
                <a:spcPct val="100000"/>
              </a:lnSpc>
            </a:pPr>
            <a:r>
              <a:rPr lang="en-US" altLang="zh-CN" sz="2600" b="1" spc="300" dirty="0" err="1">
                <a:solidFill>
                  <a:schemeClr val="tx2"/>
                </a:solidFill>
                <a:latin typeface="+mj-ea"/>
                <a:ea typeface="+mj-ea"/>
              </a:rPr>
              <a:t>Manacher</a:t>
            </a:r>
            <a:endParaRPr lang="zh-CN" altLang="en-US" sz="2600" b="1" spc="300" dirty="0">
              <a:solidFill>
                <a:schemeClr val="tx2"/>
              </a:solidFill>
              <a:latin typeface="+mj-ea"/>
              <a:ea typeface="+mj-ea"/>
            </a:endParaRPr>
          </a:p>
        </p:txBody>
      </p:sp>
      <p:sp>
        <p:nvSpPr>
          <p:cNvPr id="45" name="序号"/>
          <p:cNvSpPr txBox="1"/>
          <p:nvPr>
            <p:custDataLst>
              <p:tags r:id="rId9"/>
            </p:custDataLst>
          </p:nvPr>
        </p:nvSpPr>
        <p:spPr>
          <a:xfrm>
            <a:off x="6562661" y="4923885"/>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Autofit/>
          </a:bodyPr>
          <a:lstStyle/>
          <a:p>
            <a:pPr lvl="0" algn="ctr">
              <a:buClrTx/>
              <a:buSzTx/>
              <a:buFontTx/>
            </a:pPr>
            <a:r>
              <a:rPr lang="en-US" sz="2600" dirty="0">
                <a:solidFill>
                  <a:schemeClr val="lt1">
                    <a:lumMod val="100000"/>
                  </a:schemeClr>
                </a:solidFill>
                <a:latin typeface="+mj-lt"/>
                <a:ea typeface="+mj-ea"/>
                <a:sym typeface="+mn-ea"/>
              </a:rPr>
              <a:t>04</a:t>
            </a:r>
          </a:p>
        </p:txBody>
      </p:sp>
      <p:sp>
        <p:nvSpPr>
          <p:cNvPr id="46" name="项标题"/>
          <p:cNvSpPr txBox="1"/>
          <p:nvPr>
            <p:custDataLst>
              <p:tags r:id="rId10"/>
            </p:custDataLst>
          </p:nvPr>
        </p:nvSpPr>
        <p:spPr>
          <a:xfrm>
            <a:off x="7580081" y="5015685"/>
            <a:ext cx="3540202" cy="504000"/>
          </a:xfrm>
          <a:prstGeom prst="rect">
            <a:avLst/>
          </a:prstGeom>
          <a:noFill/>
        </p:spPr>
        <p:txBody>
          <a:bodyPr wrap="square" lIns="0" tIns="0" rIns="0" bIns="0" rtlCol="0" anchor="ctr">
            <a:noAutofit/>
          </a:bodyPr>
          <a:lstStyle/>
          <a:p>
            <a:pPr>
              <a:lnSpc>
                <a:spcPct val="100000"/>
              </a:lnSpc>
            </a:pPr>
            <a:r>
              <a:rPr lang="en-US" altLang="zh-CN" sz="2600" b="1" spc="300" dirty="0">
                <a:solidFill>
                  <a:schemeClr val="tx2"/>
                </a:solidFill>
                <a:latin typeface="+mj-ea"/>
                <a:ea typeface="+mj-ea"/>
              </a:rPr>
              <a:t>KMP</a:t>
            </a:r>
            <a:endParaRPr lang="zh-CN" altLang="en-US" sz="2600" b="1" spc="300" dirty="0">
              <a:solidFill>
                <a:schemeClr val="tx2"/>
              </a:solidFill>
              <a:latin typeface="+mj-ea"/>
              <a:ea typeface="+mj-ea"/>
            </a:endParaRPr>
          </a:p>
        </p:txBody>
      </p:sp>
      <p:sp>
        <p:nvSpPr>
          <p:cNvPr id="2" name="序号">
            <a:extLst>
              <a:ext uri="{FF2B5EF4-FFF2-40B4-BE49-F238E27FC236}">
                <a16:creationId xmlns:a16="http://schemas.microsoft.com/office/drawing/2014/main" id="{92645FC6-FA59-FCFE-29AF-0DF33302014B}"/>
              </a:ext>
            </a:extLst>
          </p:cNvPr>
          <p:cNvSpPr txBox="1"/>
          <p:nvPr>
            <p:custDataLst>
              <p:tags r:id="rId11"/>
            </p:custDataLst>
          </p:nvPr>
        </p:nvSpPr>
        <p:spPr>
          <a:xfrm>
            <a:off x="1472635" y="5963921"/>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Autofit/>
          </a:bodyPr>
          <a:lstStyle/>
          <a:p>
            <a:pPr lvl="0" algn="ctr">
              <a:buClrTx/>
              <a:buSzTx/>
              <a:buFontTx/>
            </a:pPr>
            <a:r>
              <a:rPr lang="en-US" sz="2600" dirty="0">
                <a:solidFill>
                  <a:schemeClr val="lt1">
                    <a:lumMod val="100000"/>
                  </a:schemeClr>
                </a:solidFill>
                <a:latin typeface="+mj-lt"/>
                <a:ea typeface="+mj-ea"/>
                <a:sym typeface="+mn-ea"/>
              </a:rPr>
              <a:t>05</a:t>
            </a:r>
          </a:p>
        </p:txBody>
      </p:sp>
      <p:sp>
        <p:nvSpPr>
          <p:cNvPr id="3" name="项标题">
            <a:extLst>
              <a:ext uri="{FF2B5EF4-FFF2-40B4-BE49-F238E27FC236}">
                <a16:creationId xmlns:a16="http://schemas.microsoft.com/office/drawing/2014/main" id="{C0083DBA-9BC0-E3DC-ACF4-8F8C1C008AFC}"/>
              </a:ext>
            </a:extLst>
          </p:cNvPr>
          <p:cNvSpPr txBox="1"/>
          <p:nvPr>
            <p:custDataLst>
              <p:tags r:id="rId12"/>
            </p:custDataLst>
          </p:nvPr>
        </p:nvSpPr>
        <p:spPr>
          <a:xfrm>
            <a:off x="2447643" y="6055721"/>
            <a:ext cx="3540202" cy="504000"/>
          </a:xfrm>
          <a:prstGeom prst="rect">
            <a:avLst/>
          </a:prstGeom>
          <a:noFill/>
        </p:spPr>
        <p:txBody>
          <a:bodyPr wrap="square" lIns="0" tIns="0" rIns="0" bIns="0" rtlCol="0" anchor="ctr">
            <a:noAutofit/>
          </a:bodyPr>
          <a:lstStyle/>
          <a:p>
            <a:pPr>
              <a:lnSpc>
                <a:spcPct val="100000"/>
              </a:lnSpc>
            </a:pPr>
            <a:r>
              <a:rPr lang="en-US" altLang="zh-CN" sz="2600" b="1" spc="300" dirty="0">
                <a:solidFill>
                  <a:schemeClr val="tx2"/>
                </a:solidFill>
                <a:latin typeface="+mj-ea"/>
                <a:ea typeface="+mj-ea"/>
              </a:rPr>
              <a:t>AC</a:t>
            </a:r>
            <a:r>
              <a:rPr lang="zh-CN" altLang="en-US" sz="2600" b="1" spc="300" dirty="0">
                <a:solidFill>
                  <a:schemeClr val="tx2"/>
                </a:solidFill>
                <a:latin typeface="+mj-ea"/>
                <a:ea typeface="+mj-ea"/>
              </a:rPr>
              <a:t>自动机</a:t>
            </a:r>
          </a:p>
        </p:txBody>
      </p:sp>
      <p:sp>
        <p:nvSpPr>
          <p:cNvPr id="5" name="项标题">
            <a:extLst>
              <a:ext uri="{FF2B5EF4-FFF2-40B4-BE49-F238E27FC236}">
                <a16:creationId xmlns:a16="http://schemas.microsoft.com/office/drawing/2014/main" id="{E6A10AFF-3090-3FCF-0207-05CD932F7244}"/>
              </a:ext>
            </a:extLst>
          </p:cNvPr>
          <p:cNvSpPr txBox="1"/>
          <p:nvPr>
            <p:custDataLst>
              <p:tags r:id="rId13"/>
            </p:custDataLst>
          </p:nvPr>
        </p:nvSpPr>
        <p:spPr>
          <a:xfrm>
            <a:off x="7580081" y="6055721"/>
            <a:ext cx="3540202" cy="504000"/>
          </a:xfrm>
          <a:prstGeom prst="rect">
            <a:avLst/>
          </a:prstGeom>
          <a:noFill/>
        </p:spPr>
        <p:txBody>
          <a:bodyPr wrap="square" lIns="0" tIns="0" rIns="0" bIns="0" rtlCol="0" anchor="ctr">
            <a:noAutofit/>
          </a:bodyPr>
          <a:lstStyle/>
          <a:p>
            <a:pPr>
              <a:lnSpc>
                <a:spcPct val="100000"/>
              </a:lnSpc>
            </a:pPr>
            <a:r>
              <a:rPr lang="zh-CN" altLang="en-US" sz="2600" b="1" spc="300" dirty="0">
                <a:solidFill>
                  <a:schemeClr val="tx2"/>
                </a:solidFill>
                <a:latin typeface="+mj-ea"/>
                <a:ea typeface="+mj-ea"/>
              </a:rPr>
              <a:t>后缀</a:t>
            </a:r>
          </a:p>
        </p:txBody>
      </p:sp>
      <p:sp>
        <p:nvSpPr>
          <p:cNvPr id="6" name="序号">
            <a:extLst>
              <a:ext uri="{FF2B5EF4-FFF2-40B4-BE49-F238E27FC236}">
                <a16:creationId xmlns:a16="http://schemas.microsoft.com/office/drawing/2014/main" id="{B07D07B2-9ABF-CD2B-3615-FB0FA525EA1A}"/>
              </a:ext>
            </a:extLst>
          </p:cNvPr>
          <p:cNvSpPr txBox="1"/>
          <p:nvPr>
            <p:custDataLst>
              <p:tags r:id="rId14"/>
            </p:custDataLst>
          </p:nvPr>
        </p:nvSpPr>
        <p:spPr>
          <a:xfrm>
            <a:off x="6562661" y="5963921"/>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Autofit/>
          </a:bodyPr>
          <a:lstStyle/>
          <a:p>
            <a:pPr lvl="0" algn="ctr">
              <a:buClrTx/>
              <a:buSzTx/>
              <a:buFontTx/>
            </a:pPr>
            <a:r>
              <a:rPr lang="en-US" sz="2600" dirty="0">
                <a:solidFill>
                  <a:schemeClr val="lt1">
                    <a:lumMod val="100000"/>
                  </a:schemeClr>
                </a:solidFill>
                <a:latin typeface="+mj-lt"/>
                <a:ea typeface="+mj-ea"/>
                <a:sym typeface="+mn-ea"/>
              </a:rPr>
              <a:t>06</a:t>
            </a:r>
          </a:p>
        </p:txBody>
      </p:sp>
      <p:sp>
        <p:nvSpPr>
          <p:cNvPr id="7" name="矩形 6">
            <a:extLst>
              <a:ext uri="{FF2B5EF4-FFF2-40B4-BE49-F238E27FC236}">
                <a16:creationId xmlns:a16="http://schemas.microsoft.com/office/drawing/2014/main" id="{E8CFD40E-E25F-6430-2B43-C8186827F70B}"/>
              </a:ext>
            </a:extLst>
          </p:cNvPr>
          <p:cNvSpPr/>
          <p:nvPr/>
        </p:nvSpPr>
        <p:spPr>
          <a:xfrm>
            <a:off x="1169581" y="3189767"/>
            <a:ext cx="9285768" cy="263687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3" name="标题 1">
            <a:extLst>
              <a:ext uri="{FF2B5EF4-FFF2-40B4-BE49-F238E27FC236}">
                <a16:creationId xmlns:a16="http://schemas.microsoft.com/office/drawing/2014/main" id="{BAA581BB-FD25-CC13-9A5C-D678D79D6F20}"/>
              </a:ext>
            </a:extLst>
          </p:cNvPr>
          <p:cNvSpPr>
            <a:spLocks noGrp="1"/>
          </p:cNvSpPr>
          <p:nvPr>
            <p:ph type="title"/>
          </p:nvPr>
        </p:nvSpPr>
        <p:spPr>
          <a:xfrm>
            <a:off x="3267740" y="365125"/>
            <a:ext cx="8086060" cy="1325563"/>
          </a:xfrm>
        </p:spPr>
        <p:txBody>
          <a:bodyPr/>
          <a:lstStyle/>
          <a:p>
            <a:r>
              <a:rPr lang="en-US" altLang="zh-CN"/>
              <a:t>Hash</a:t>
            </a:r>
          </a:p>
        </p:txBody>
      </p:sp>
      <p:sp>
        <p:nvSpPr>
          <p:cNvPr id="4" name="内容占位符 2">
            <a:extLst>
              <a:ext uri="{FF2B5EF4-FFF2-40B4-BE49-F238E27FC236}">
                <a16:creationId xmlns:a16="http://schemas.microsoft.com/office/drawing/2014/main" id="{B2FC2C4E-52D9-0287-2102-6B6738370416}"/>
              </a:ext>
            </a:extLst>
          </p:cNvPr>
          <p:cNvSpPr txBox="1">
            <a:spLocks/>
          </p:cNvSpPr>
          <p:nvPr/>
        </p:nvSpPr>
        <p:spPr>
          <a:xfrm>
            <a:off x="3267740" y="1825625"/>
            <a:ext cx="8086060"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哈希其实是所有字符串操作中最简单的操作了</a:t>
            </a:r>
            <a:r>
              <a:rPr lang="en-US" altLang="zh-CN"/>
              <a:t>.</a:t>
            </a:r>
            <a:r>
              <a:rPr lang="zh-CN" altLang="en-US"/>
              <a:t>哈希的过程，其实可以看作对一个串的单向加密过程，并且需要保证所加的密不能高概率重复</a:t>
            </a:r>
            <a:r>
              <a:rPr lang="en-US" altLang="zh-CN"/>
              <a:t>.</a:t>
            </a:r>
          </a:p>
          <a:p>
            <a:r>
              <a:rPr lang="zh-CN" altLang="en-US"/>
              <a:t>即就是对于每个串，我们通过一个固定的转换方式，将相同的串使其的“密”一定相同，不同的串 </a:t>
            </a:r>
            <a:r>
              <a:rPr lang="zh-CN" altLang="en-US" b="1"/>
              <a:t>尽量</a:t>
            </a:r>
            <a:r>
              <a:rPr lang="zh-CN" altLang="en-US"/>
              <a:t> 不同</a:t>
            </a:r>
            <a:r>
              <a:rPr lang="en-US" altLang="zh-CN"/>
              <a:t>.</a:t>
            </a:r>
          </a:p>
          <a:p>
            <a:endParaRPr lang="en-US" altLang="zh-CN"/>
          </a:p>
        </p:txBody>
      </p:sp>
    </p:spTree>
    <p:custDataLst>
      <p:tags r:id="rId1"/>
    </p:custDataLst>
    <p:extLst>
      <p:ext uri="{BB962C8B-B14F-4D97-AF65-F5344CB8AC3E}">
        <p14:creationId xmlns:p14="http://schemas.microsoft.com/office/powerpoint/2010/main" val="3161730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9" name="内容占位符 2">
            <a:extLst>
              <a:ext uri="{FF2B5EF4-FFF2-40B4-BE49-F238E27FC236}">
                <a16:creationId xmlns:a16="http://schemas.microsoft.com/office/drawing/2014/main" id="{9F9CB00C-7926-1091-6AAE-B15C1D0B63CD}"/>
              </a:ext>
            </a:extLst>
          </p:cNvPr>
          <p:cNvSpPr txBox="1">
            <a:spLocks/>
          </p:cNvSpPr>
          <p:nvPr/>
        </p:nvSpPr>
        <p:spPr>
          <a:xfrm>
            <a:off x="2998381" y="324426"/>
            <a:ext cx="8362507"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那么有人问了那难道不能先比对字符串长度，然后比对ASCLL码之和吗？</a:t>
            </a:r>
          </a:p>
          <a:p>
            <a:r>
              <a:rPr lang="zh-CN" altLang="en-US" dirty="0"/>
              <a:t>这必然是不行滴</a:t>
            </a:r>
            <a:r>
              <a:rPr lang="en-US" altLang="zh-CN" dirty="0"/>
              <a:t>,</a:t>
            </a:r>
            <a:r>
              <a:rPr lang="zh-CN" altLang="en-US" dirty="0"/>
              <a:t>而且是很荒谬滴</a:t>
            </a:r>
            <a:r>
              <a:rPr lang="en-US" altLang="zh-CN" dirty="0"/>
              <a:t>.</a:t>
            </a:r>
            <a:r>
              <a:rPr lang="zh-CN" altLang="en-US" dirty="0"/>
              <a:t>例如</a:t>
            </a:r>
            <a:r>
              <a:rPr lang="en-US" altLang="zh-CN" dirty="0"/>
              <a:t>ab</a:t>
            </a:r>
            <a:r>
              <a:rPr lang="zh-CN" altLang="en-US" dirty="0"/>
              <a:t>和</a:t>
            </a:r>
            <a:r>
              <a:rPr lang="en-US" altLang="zh-CN" dirty="0" err="1"/>
              <a:t>ba</a:t>
            </a:r>
            <a:r>
              <a:rPr lang="en-US" altLang="zh-CN" dirty="0"/>
              <a:t>.</a:t>
            </a:r>
          </a:p>
          <a:p>
            <a:r>
              <a:rPr lang="zh-CN" altLang="en-US" dirty="0"/>
              <a:t>这里我们学习的是</a:t>
            </a:r>
            <a:r>
              <a:rPr lang="zh-CN" altLang="en-US" b="1" dirty="0"/>
              <a:t>进制</a:t>
            </a:r>
            <a:r>
              <a:rPr lang="en-US" altLang="zh-CN" b="1" dirty="0"/>
              <a:t>hash</a:t>
            </a:r>
            <a:r>
              <a:rPr lang="en-US" altLang="zh-CN" dirty="0"/>
              <a:t>.</a:t>
            </a:r>
          </a:p>
          <a:p>
            <a:r>
              <a:rPr lang="en-US" altLang="zh-CN" dirty="0" err="1"/>
              <a:t>给出一个固定进制</a:t>
            </a:r>
            <a:r>
              <a:rPr lang="en-US" altLang="zh-CN" dirty="0"/>
              <a:t> </a:t>
            </a:r>
            <a:r>
              <a:rPr lang="en-US" altLang="zh-CN" dirty="0" err="1"/>
              <a:t>P，将一个串的每一个元素看做一个进制位上的数字，所以这个串就可以看做一个</a:t>
            </a:r>
            <a:r>
              <a:rPr lang="en-US" altLang="zh-CN" dirty="0"/>
              <a:t> </a:t>
            </a:r>
            <a:r>
              <a:rPr lang="en-US" altLang="zh-CN" dirty="0" err="1"/>
              <a:t>P进制的数，那么这个数就是这个串的hash值；则我们通过比对每个串的的hash值，即可判断两个串是否相同</a:t>
            </a:r>
            <a:endParaRPr lang="en-US" altLang="zh-CN" dirty="0"/>
          </a:p>
        </p:txBody>
      </p:sp>
      <p:graphicFrame>
        <p:nvGraphicFramePr>
          <p:cNvPr id="10" name="对象 9">
            <a:hlinkClick r:id="" action="ppaction://ole?verb=0"/>
            <a:extLst>
              <a:ext uri="{FF2B5EF4-FFF2-40B4-BE49-F238E27FC236}">
                <a16:creationId xmlns:a16="http://schemas.microsoft.com/office/drawing/2014/main" id="{FF46531A-8592-0BD9-B911-891BACC8B016}"/>
              </a:ext>
            </a:extLst>
          </p:cNvPr>
          <p:cNvGraphicFramePr>
            <a:graphicFrameLocks noChangeAspect="1"/>
          </p:cNvGraphicFramePr>
          <p:nvPr>
            <p:extLst>
              <p:ext uri="{D42A27DB-BD31-4B8C-83A1-F6EECF244321}">
                <p14:modId xmlns:p14="http://schemas.microsoft.com/office/powerpoint/2010/main" val="2041742264"/>
              </p:ext>
            </p:extLst>
          </p:nvPr>
        </p:nvGraphicFramePr>
        <p:xfrm>
          <a:off x="4426586" y="4599187"/>
          <a:ext cx="4767033" cy="1793240"/>
        </p:xfrm>
        <a:graphic>
          <a:graphicData uri="http://schemas.openxmlformats.org/presentationml/2006/ole">
            <mc:AlternateContent xmlns:mc="http://schemas.openxmlformats.org/markup-compatibility/2006">
              <mc:Choice xmlns:v="urn:schemas-microsoft-com:vml" Requires="v">
                <p:oleObj r:id="rId3" imgW="1485900" imgH="444500" progId="Equation.KSEE3">
                  <p:embed/>
                </p:oleObj>
              </mc:Choice>
              <mc:Fallback>
                <p:oleObj r:id="rId3" imgW="1485900" imgH="444500" progId="Equation.KSEE3">
                  <p:embed/>
                  <p:pic>
                    <p:nvPicPr>
                      <p:cNvPr id="4" name="对象 3">
                        <a:hlinkClick r:id="" action="ppaction://ole?verb=0"/>
                      </p:cNvPr>
                      <p:cNvPicPr/>
                      <p:nvPr/>
                    </p:nvPicPr>
                    <p:blipFill>
                      <a:blip r:embed="rId4"/>
                      <a:stretch>
                        <a:fillRect/>
                      </a:stretch>
                    </p:blipFill>
                    <p:spPr>
                      <a:xfrm>
                        <a:off x="4426586" y="4599187"/>
                        <a:ext cx="4767033" cy="1793240"/>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2199458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7" name="内容占位符 2">
            <a:extLst>
              <a:ext uri="{FF2B5EF4-FFF2-40B4-BE49-F238E27FC236}">
                <a16:creationId xmlns:a16="http://schemas.microsoft.com/office/drawing/2014/main" id="{59A5E378-E117-7350-9953-4BC351F6E253}"/>
              </a:ext>
            </a:extLst>
          </p:cNvPr>
          <p:cNvSpPr txBox="1">
            <a:spLocks/>
          </p:cNvSpPr>
          <p:nvPr/>
        </p:nvSpPr>
        <p:spPr>
          <a:xfrm>
            <a:off x="3069264" y="422910"/>
            <a:ext cx="8284535"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一般来说我们的</a:t>
            </a:r>
            <a:r>
              <a:rPr lang="en-US" altLang="zh-CN"/>
              <a:t>P</a:t>
            </a:r>
            <a:r>
              <a:rPr lang="zh-CN" altLang="en-US"/>
              <a:t>要取一个远大于字符数量的质数</a:t>
            </a:r>
            <a:r>
              <a:rPr lang="en-US" altLang="zh-CN"/>
              <a:t>.</a:t>
            </a:r>
          </a:p>
          <a:p>
            <a:r>
              <a:rPr lang="zh-CN" altLang="en-US"/>
              <a:t>例如</a:t>
            </a:r>
            <a:r>
              <a:rPr lang="en-US" altLang="zh-CN"/>
              <a:t>131,13331.....</a:t>
            </a:r>
          </a:p>
          <a:p>
            <a:r>
              <a:rPr lang="zh-CN" altLang="en-US"/>
              <a:t>这样我们是很难产生冲突的</a:t>
            </a:r>
            <a:r>
              <a:rPr lang="en-US" altLang="zh-CN"/>
              <a:t>(</a:t>
            </a:r>
            <a:r>
              <a:rPr lang="zh-CN" altLang="en-US"/>
              <a:t>但是总有个别好心人去卡你的</a:t>
            </a:r>
            <a:r>
              <a:rPr lang="en-US" altLang="zh-CN"/>
              <a:t>hash).</a:t>
            </a:r>
          </a:p>
          <a:p>
            <a:r>
              <a:rPr lang="zh-CN" altLang="en-US"/>
              <a:t>所以我们要怎么处理这种冲突呢</a:t>
            </a:r>
            <a:r>
              <a:rPr lang="en-US" altLang="zh-CN"/>
              <a:t>?</a:t>
            </a:r>
          </a:p>
          <a:p>
            <a:r>
              <a:rPr lang="zh-CN" altLang="en-US"/>
              <a:t>其实有一般两种方法</a:t>
            </a:r>
            <a:r>
              <a:rPr lang="en-US" altLang="zh-CN"/>
              <a:t>:</a:t>
            </a:r>
          </a:p>
          <a:p>
            <a:r>
              <a:rPr lang="en-US" altLang="zh-CN"/>
              <a:t>1.</a:t>
            </a:r>
            <a:r>
              <a:rPr lang="zh-CN" altLang="en-US"/>
              <a:t>无错</a:t>
            </a:r>
            <a:r>
              <a:rPr lang="en-US" altLang="zh-CN"/>
              <a:t>hash</a:t>
            </a:r>
          </a:p>
          <a:p>
            <a:r>
              <a:rPr lang="en-US" altLang="zh-CN"/>
              <a:t>2.</a:t>
            </a:r>
            <a:r>
              <a:rPr lang="zh-CN" altLang="en-US"/>
              <a:t>多重</a:t>
            </a:r>
            <a:r>
              <a:rPr lang="en-US" altLang="zh-CN"/>
              <a:t>hash</a:t>
            </a:r>
          </a:p>
        </p:txBody>
      </p:sp>
    </p:spTree>
    <p:custDataLst>
      <p:tags r:id="rId1"/>
    </p:custDataLst>
    <p:extLst>
      <p:ext uri="{BB962C8B-B14F-4D97-AF65-F5344CB8AC3E}">
        <p14:creationId xmlns:p14="http://schemas.microsoft.com/office/powerpoint/2010/main" val="3115819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7" name="标题 1">
            <a:extLst>
              <a:ext uri="{FF2B5EF4-FFF2-40B4-BE49-F238E27FC236}">
                <a16:creationId xmlns:a16="http://schemas.microsoft.com/office/drawing/2014/main" id="{9A95F235-D33A-DFFB-48D8-A1545C29BF09}"/>
              </a:ext>
            </a:extLst>
          </p:cNvPr>
          <p:cNvSpPr>
            <a:spLocks noGrp="1"/>
          </p:cNvSpPr>
          <p:nvPr>
            <p:ph type="title"/>
          </p:nvPr>
        </p:nvSpPr>
        <p:spPr>
          <a:xfrm>
            <a:off x="2984204" y="365125"/>
            <a:ext cx="8369595" cy="1325563"/>
          </a:xfrm>
        </p:spPr>
        <p:txBody>
          <a:bodyPr/>
          <a:lstStyle/>
          <a:p>
            <a:r>
              <a:rPr lang="zh-CN" altLang="en-US" sz="2400" b="0" dirty="0">
                <a:latin typeface="+mn-lt"/>
                <a:ea typeface="+mn-ea"/>
                <a:cs typeface="+mn-cs"/>
              </a:rPr>
              <a:t>无错</a:t>
            </a:r>
            <a:r>
              <a:rPr lang="en-US" altLang="zh-CN" sz="2400" b="0" dirty="0">
                <a:latin typeface="+mn-lt"/>
                <a:ea typeface="+mn-ea"/>
                <a:cs typeface="+mn-cs"/>
              </a:rPr>
              <a:t>hash</a:t>
            </a:r>
          </a:p>
        </p:txBody>
      </p:sp>
      <p:sp>
        <p:nvSpPr>
          <p:cNvPr id="8" name="内容占位符 2">
            <a:extLst>
              <a:ext uri="{FF2B5EF4-FFF2-40B4-BE49-F238E27FC236}">
                <a16:creationId xmlns:a16="http://schemas.microsoft.com/office/drawing/2014/main" id="{ECFCE00B-D7F2-8D22-2354-54FF31BE1F8B}"/>
              </a:ext>
            </a:extLst>
          </p:cNvPr>
          <p:cNvSpPr txBox="1">
            <a:spLocks/>
          </p:cNvSpPr>
          <p:nvPr/>
        </p:nvSpPr>
        <p:spPr>
          <a:xfrm>
            <a:off x="2984204" y="1825625"/>
            <a:ext cx="8369595"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这是一种不太推荐的方法</a:t>
            </a:r>
            <a:r>
              <a:rPr lang="en-US" altLang="zh-CN" dirty="0"/>
              <a:t>.</a:t>
            </a:r>
          </a:p>
          <a:p>
            <a:r>
              <a:rPr lang="zh-CN" altLang="en-US" dirty="0"/>
              <a:t>主要思想是用一个桶去存你的</a:t>
            </a:r>
            <a:r>
              <a:rPr lang="en-US" altLang="zh-CN" dirty="0"/>
              <a:t>hash</a:t>
            </a:r>
            <a:r>
              <a:rPr lang="zh-CN" altLang="en-US" dirty="0"/>
              <a:t>值</a:t>
            </a:r>
            <a:r>
              <a:rPr lang="en-US" altLang="zh-CN" dirty="0"/>
              <a:t>,</a:t>
            </a:r>
            <a:r>
              <a:rPr lang="zh-CN" altLang="en-US" dirty="0"/>
              <a:t>通过这个桶去判断</a:t>
            </a:r>
            <a:r>
              <a:rPr lang="en-US" altLang="zh-CN" dirty="0"/>
              <a:t>hash</a:t>
            </a:r>
            <a:r>
              <a:rPr lang="zh-CN" altLang="en-US" dirty="0"/>
              <a:t>值是否冲突</a:t>
            </a:r>
            <a:r>
              <a:rPr lang="en-US" altLang="zh-CN" dirty="0"/>
              <a:t>.</a:t>
            </a:r>
          </a:p>
          <a:p>
            <a:r>
              <a:rPr lang="zh-CN" altLang="en-US" dirty="0"/>
              <a:t>如果冲突时在你的</a:t>
            </a:r>
            <a:r>
              <a:rPr lang="en-US" altLang="zh-CN" dirty="0"/>
              <a:t>hash</a:t>
            </a:r>
            <a:r>
              <a:rPr lang="zh-CN" altLang="en-US" dirty="0"/>
              <a:t>值上不断加</a:t>
            </a:r>
            <a:r>
              <a:rPr lang="en-US" altLang="zh-CN" dirty="0"/>
              <a:t>P</a:t>
            </a:r>
            <a:r>
              <a:rPr lang="zh-CN" altLang="en-US" dirty="0"/>
              <a:t>直到不冲突为止</a:t>
            </a:r>
          </a:p>
          <a:p>
            <a:r>
              <a:rPr lang="zh-CN" altLang="en-US" dirty="0"/>
              <a:t>但是弊端也就出来的 </a:t>
            </a:r>
            <a:r>
              <a:rPr lang="en-US" altLang="zh-CN" dirty="0"/>
              <a:t>MLE.</a:t>
            </a:r>
          </a:p>
          <a:p>
            <a:r>
              <a:rPr lang="zh-CN" altLang="en-US" dirty="0"/>
              <a:t>你想用一个上亿的值去当数组的下标</a:t>
            </a:r>
            <a:r>
              <a:rPr lang="en-US" altLang="zh-CN" dirty="0"/>
              <a:t>,</a:t>
            </a:r>
            <a:r>
              <a:rPr lang="zh-CN" altLang="en-US" dirty="0"/>
              <a:t>很显然你的空间不够</a:t>
            </a:r>
            <a:r>
              <a:rPr lang="en-US" altLang="zh-CN" dirty="0"/>
              <a:t>.</a:t>
            </a:r>
          </a:p>
          <a:p>
            <a:r>
              <a:rPr lang="zh-CN" altLang="en-US" dirty="0"/>
              <a:t>所以不是很推荐</a:t>
            </a:r>
            <a:r>
              <a:rPr lang="en-US" altLang="zh-CN" dirty="0"/>
              <a:t>.</a:t>
            </a:r>
          </a:p>
        </p:txBody>
      </p:sp>
    </p:spTree>
    <p:custDataLst>
      <p:tags r:id="rId1"/>
    </p:custDataLst>
    <p:extLst>
      <p:ext uri="{BB962C8B-B14F-4D97-AF65-F5344CB8AC3E}">
        <p14:creationId xmlns:p14="http://schemas.microsoft.com/office/powerpoint/2010/main" val="159888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5" name="标题 1">
            <a:extLst>
              <a:ext uri="{FF2B5EF4-FFF2-40B4-BE49-F238E27FC236}">
                <a16:creationId xmlns:a16="http://schemas.microsoft.com/office/drawing/2014/main" id="{08D203CB-CFB3-5BA0-5A8A-1833D4EDE6D7}"/>
              </a:ext>
            </a:extLst>
          </p:cNvPr>
          <p:cNvSpPr>
            <a:spLocks noGrp="1"/>
          </p:cNvSpPr>
          <p:nvPr>
            <p:ph type="title"/>
          </p:nvPr>
        </p:nvSpPr>
        <p:spPr>
          <a:xfrm>
            <a:off x="3324446" y="365125"/>
            <a:ext cx="8029353" cy="1325563"/>
          </a:xfrm>
        </p:spPr>
        <p:txBody>
          <a:bodyPr/>
          <a:lstStyle/>
          <a:p>
            <a:r>
              <a:rPr lang="zh-CN" altLang="en-US" sz="2400" b="0" dirty="0">
                <a:latin typeface="+mn-lt"/>
                <a:ea typeface="+mn-ea"/>
                <a:cs typeface="+mn-cs"/>
              </a:rPr>
              <a:t>多重</a:t>
            </a:r>
            <a:r>
              <a:rPr lang="en-US" altLang="zh-CN" sz="2400" b="0" dirty="0">
                <a:latin typeface="+mn-lt"/>
                <a:ea typeface="+mn-ea"/>
                <a:cs typeface="+mn-cs"/>
              </a:rPr>
              <a:t>hash</a:t>
            </a:r>
          </a:p>
        </p:txBody>
      </p:sp>
      <p:sp>
        <p:nvSpPr>
          <p:cNvPr id="6" name="内容占位符 2">
            <a:extLst>
              <a:ext uri="{FF2B5EF4-FFF2-40B4-BE49-F238E27FC236}">
                <a16:creationId xmlns:a16="http://schemas.microsoft.com/office/drawing/2014/main" id="{BF614B82-ED04-F90C-A156-4E8CC349887A}"/>
              </a:ext>
            </a:extLst>
          </p:cNvPr>
          <p:cNvSpPr txBox="1">
            <a:spLocks/>
          </p:cNvSpPr>
          <p:nvPr/>
        </p:nvSpPr>
        <p:spPr>
          <a:xfrm>
            <a:off x="3324446" y="1825625"/>
            <a:ext cx="8029353"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字面意思</a:t>
            </a:r>
            <a:r>
              <a:rPr lang="en-US" altLang="zh-CN" dirty="0"/>
              <a:t>,</a:t>
            </a:r>
            <a:r>
              <a:rPr lang="zh-CN" altLang="en-US" dirty="0"/>
              <a:t>好几个</a:t>
            </a:r>
            <a:r>
              <a:rPr lang="en-US" altLang="zh-CN" dirty="0"/>
              <a:t>hash.(</a:t>
            </a:r>
            <a:r>
              <a:rPr lang="zh-CN" altLang="en-US" dirty="0"/>
              <a:t>两个够不够不够再来两个</a:t>
            </a:r>
            <a:r>
              <a:rPr lang="en-US" altLang="zh-CN" dirty="0"/>
              <a:t>)</a:t>
            </a:r>
          </a:p>
          <a:p>
            <a:r>
              <a:rPr lang="zh-CN" altLang="en-US" dirty="0"/>
              <a:t>这样我们就可以进行多组</a:t>
            </a:r>
            <a:r>
              <a:rPr lang="en-US" altLang="zh-CN" dirty="0"/>
              <a:t>hash</a:t>
            </a:r>
            <a:r>
              <a:rPr lang="zh-CN" altLang="en-US" dirty="0"/>
              <a:t>值的比较去判断是否冲突</a:t>
            </a:r>
            <a:r>
              <a:rPr lang="en-US" altLang="zh-CN" dirty="0"/>
              <a:t>.</a:t>
            </a:r>
          </a:p>
          <a:p>
            <a:r>
              <a:rPr lang="zh-CN" altLang="en-US" dirty="0"/>
              <a:t>一般没有人能卡掉的</a:t>
            </a:r>
            <a:r>
              <a:rPr lang="en-US" altLang="zh-CN" dirty="0"/>
              <a:t>.</a:t>
            </a:r>
          </a:p>
          <a:p>
            <a:r>
              <a:rPr lang="zh-CN" altLang="en-US" dirty="0"/>
              <a:t>代码也很好写</a:t>
            </a:r>
            <a:r>
              <a:rPr lang="en-US" altLang="zh-CN" dirty="0"/>
              <a:t>,</a:t>
            </a:r>
            <a:r>
              <a:rPr lang="zh-CN" altLang="en-US" dirty="0"/>
              <a:t>只要多取几个</a:t>
            </a:r>
            <a:r>
              <a:rPr lang="en-US" altLang="zh-CN" dirty="0"/>
              <a:t>P</a:t>
            </a:r>
            <a:r>
              <a:rPr lang="zh-CN" altLang="en-US" dirty="0"/>
              <a:t>就行了</a:t>
            </a:r>
            <a:r>
              <a:rPr lang="en-US" altLang="zh-CN" dirty="0"/>
              <a:t>.</a:t>
            </a:r>
          </a:p>
          <a:p>
            <a:endParaRPr lang="en-US" altLang="zh-CN" dirty="0"/>
          </a:p>
        </p:txBody>
      </p:sp>
    </p:spTree>
    <p:custDataLst>
      <p:tags r:id="rId1"/>
    </p:custDataLst>
    <p:extLst>
      <p:ext uri="{BB962C8B-B14F-4D97-AF65-F5344CB8AC3E}">
        <p14:creationId xmlns:p14="http://schemas.microsoft.com/office/powerpoint/2010/main" val="87152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4" name="标题 3">
            <a:extLst>
              <a:ext uri="{FF2B5EF4-FFF2-40B4-BE49-F238E27FC236}">
                <a16:creationId xmlns:a16="http://schemas.microsoft.com/office/drawing/2014/main" id="{C0C00856-378C-3DB9-E108-3747023846E7}"/>
              </a:ext>
            </a:extLst>
          </p:cNvPr>
          <p:cNvSpPr>
            <a:spLocks noGrp="1"/>
          </p:cNvSpPr>
          <p:nvPr>
            <p:ph type="title"/>
          </p:nvPr>
        </p:nvSpPr>
        <p:spPr>
          <a:xfrm>
            <a:off x="3024963" y="241004"/>
            <a:ext cx="2319670" cy="927195"/>
          </a:xfrm>
        </p:spPr>
        <p:txBody>
          <a:bodyPr/>
          <a:lstStyle/>
          <a:p>
            <a:r>
              <a:rPr lang="zh-CN" altLang="en-US" sz="1800" b="0" dirty="0">
                <a:latin typeface="+mn-lt"/>
                <a:ea typeface="+mn-ea"/>
                <a:cs typeface="+mn-cs"/>
              </a:rPr>
              <a:t>模板题</a:t>
            </a:r>
          </a:p>
        </p:txBody>
      </p:sp>
      <p:pic>
        <p:nvPicPr>
          <p:cNvPr id="7" name="图片 6">
            <a:extLst>
              <a:ext uri="{FF2B5EF4-FFF2-40B4-BE49-F238E27FC236}">
                <a16:creationId xmlns:a16="http://schemas.microsoft.com/office/drawing/2014/main" id="{9D62E1DD-2538-D262-0888-1991625AC41B}"/>
              </a:ext>
            </a:extLst>
          </p:cNvPr>
          <p:cNvPicPr>
            <a:picLocks noChangeAspect="1"/>
          </p:cNvPicPr>
          <p:nvPr/>
        </p:nvPicPr>
        <p:blipFill>
          <a:blip r:embed="rId3"/>
          <a:stretch>
            <a:fillRect/>
          </a:stretch>
        </p:blipFill>
        <p:spPr>
          <a:xfrm>
            <a:off x="6401470" y="241004"/>
            <a:ext cx="5531134" cy="5696243"/>
          </a:xfrm>
          <a:prstGeom prst="rect">
            <a:avLst/>
          </a:prstGeom>
        </p:spPr>
      </p:pic>
      <p:sp>
        <p:nvSpPr>
          <p:cNvPr id="8" name="文本框 7">
            <a:extLst>
              <a:ext uri="{FF2B5EF4-FFF2-40B4-BE49-F238E27FC236}">
                <a16:creationId xmlns:a16="http://schemas.microsoft.com/office/drawing/2014/main" id="{B73D8D44-72B8-0718-4752-DC52673A54B9}"/>
              </a:ext>
            </a:extLst>
          </p:cNvPr>
          <p:cNvSpPr txBox="1"/>
          <p:nvPr/>
        </p:nvSpPr>
        <p:spPr>
          <a:xfrm>
            <a:off x="3381154" y="1375144"/>
            <a:ext cx="1233030" cy="369332"/>
          </a:xfrm>
          <a:prstGeom prst="rect">
            <a:avLst/>
          </a:prstGeom>
          <a:noFill/>
        </p:spPr>
        <p:txBody>
          <a:bodyPr wrap="none" rtlCol="0">
            <a:spAutoFit/>
          </a:bodyPr>
          <a:lstStyle/>
          <a:p>
            <a:pPr algn="l"/>
            <a:r>
              <a:rPr lang="zh-CN" altLang="en-US" dirty="0"/>
              <a:t>洛谷</a:t>
            </a:r>
            <a:r>
              <a:rPr lang="en-US" altLang="zh-CN" dirty="0"/>
              <a:t>P3370</a:t>
            </a:r>
            <a:endParaRPr lang="zh-CN" altLang="en-US" dirty="0"/>
          </a:p>
        </p:txBody>
      </p:sp>
    </p:spTree>
    <p:custDataLst>
      <p:tags r:id="rId1"/>
    </p:custDataLst>
    <p:extLst>
      <p:ext uri="{BB962C8B-B14F-4D97-AF65-F5344CB8AC3E}">
        <p14:creationId xmlns:p14="http://schemas.microsoft.com/office/powerpoint/2010/main" val="3106483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4" name="标题 3">
            <a:extLst>
              <a:ext uri="{FF2B5EF4-FFF2-40B4-BE49-F238E27FC236}">
                <a16:creationId xmlns:a16="http://schemas.microsoft.com/office/drawing/2014/main" id="{C0C00856-378C-3DB9-E108-3747023846E7}"/>
              </a:ext>
            </a:extLst>
          </p:cNvPr>
          <p:cNvSpPr>
            <a:spLocks noGrp="1"/>
          </p:cNvSpPr>
          <p:nvPr>
            <p:ph type="title"/>
          </p:nvPr>
        </p:nvSpPr>
        <p:spPr>
          <a:xfrm>
            <a:off x="3173980" y="949841"/>
            <a:ext cx="2319670" cy="927195"/>
          </a:xfrm>
        </p:spPr>
        <p:txBody>
          <a:bodyPr>
            <a:normAutofit/>
          </a:bodyPr>
          <a:lstStyle/>
          <a:p>
            <a:r>
              <a:rPr lang="zh-CN" altLang="en-US" sz="1800" b="0" dirty="0">
                <a:latin typeface="+mn-lt"/>
                <a:ea typeface="+mn-ea"/>
                <a:cs typeface="+mn-cs"/>
              </a:rPr>
              <a:t>进制哈希与最长回文串</a:t>
            </a:r>
          </a:p>
        </p:txBody>
      </p:sp>
      <p:sp>
        <p:nvSpPr>
          <p:cNvPr id="8" name="文本框 7">
            <a:extLst>
              <a:ext uri="{FF2B5EF4-FFF2-40B4-BE49-F238E27FC236}">
                <a16:creationId xmlns:a16="http://schemas.microsoft.com/office/drawing/2014/main" id="{B73D8D44-72B8-0718-4752-DC52673A54B9}"/>
              </a:ext>
            </a:extLst>
          </p:cNvPr>
          <p:cNvSpPr txBox="1"/>
          <p:nvPr/>
        </p:nvSpPr>
        <p:spPr>
          <a:xfrm>
            <a:off x="3657600" y="2246531"/>
            <a:ext cx="1233030" cy="369332"/>
          </a:xfrm>
          <a:prstGeom prst="rect">
            <a:avLst/>
          </a:prstGeom>
          <a:noFill/>
        </p:spPr>
        <p:txBody>
          <a:bodyPr wrap="none" rtlCol="0">
            <a:spAutoFit/>
          </a:bodyPr>
          <a:lstStyle/>
          <a:p>
            <a:pPr algn="l"/>
            <a:r>
              <a:rPr lang="zh-CN" altLang="en-US" dirty="0"/>
              <a:t>洛谷</a:t>
            </a:r>
            <a:r>
              <a:rPr lang="en-US" altLang="zh-CN" dirty="0"/>
              <a:t>P3501</a:t>
            </a:r>
            <a:endParaRPr lang="zh-CN" altLang="en-US" dirty="0"/>
          </a:p>
        </p:txBody>
      </p:sp>
      <p:pic>
        <p:nvPicPr>
          <p:cNvPr id="5" name="图片 4">
            <a:extLst>
              <a:ext uri="{FF2B5EF4-FFF2-40B4-BE49-F238E27FC236}">
                <a16:creationId xmlns:a16="http://schemas.microsoft.com/office/drawing/2014/main" id="{54EA5E7E-0CFF-5208-8A1C-F10CA7D57C8B}"/>
              </a:ext>
            </a:extLst>
          </p:cNvPr>
          <p:cNvPicPr>
            <a:picLocks noChangeAspect="1"/>
          </p:cNvPicPr>
          <p:nvPr/>
        </p:nvPicPr>
        <p:blipFill>
          <a:blip r:embed="rId3"/>
          <a:stretch>
            <a:fillRect/>
          </a:stretch>
        </p:blipFill>
        <p:spPr>
          <a:xfrm>
            <a:off x="5651953" y="617331"/>
            <a:ext cx="6190279" cy="5429049"/>
          </a:xfrm>
          <a:prstGeom prst="rect">
            <a:avLst/>
          </a:prstGeom>
        </p:spPr>
      </p:pic>
    </p:spTree>
    <p:custDataLst>
      <p:tags r:id="rId1"/>
    </p:custDataLst>
    <p:extLst>
      <p:ext uri="{BB962C8B-B14F-4D97-AF65-F5344CB8AC3E}">
        <p14:creationId xmlns:p14="http://schemas.microsoft.com/office/powerpoint/2010/main" val="4007697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4" name="标题 3">
            <a:extLst>
              <a:ext uri="{FF2B5EF4-FFF2-40B4-BE49-F238E27FC236}">
                <a16:creationId xmlns:a16="http://schemas.microsoft.com/office/drawing/2014/main" id="{C0C00856-378C-3DB9-E108-3747023846E7}"/>
              </a:ext>
            </a:extLst>
          </p:cNvPr>
          <p:cNvSpPr>
            <a:spLocks noGrp="1"/>
          </p:cNvSpPr>
          <p:nvPr>
            <p:ph type="title"/>
          </p:nvPr>
        </p:nvSpPr>
        <p:spPr>
          <a:xfrm>
            <a:off x="2934586" y="1467293"/>
            <a:ext cx="2488019" cy="935665"/>
          </a:xfrm>
        </p:spPr>
        <p:txBody>
          <a:bodyPr>
            <a:normAutofit/>
          </a:bodyPr>
          <a:lstStyle/>
          <a:p>
            <a:r>
              <a:rPr lang="zh-CN" altLang="en-US" sz="1800" b="0" dirty="0">
                <a:latin typeface="+mn-lt"/>
                <a:ea typeface="+mn-ea"/>
                <a:cs typeface="+mn-cs"/>
              </a:rPr>
              <a:t>进制哈希与循环节</a:t>
            </a:r>
          </a:p>
        </p:txBody>
      </p:sp>
      <p:sp>
        <p:nvSpPr>
          <p:cNvPr id="8" name="文本框 7">
            <a:extLst>
              <a:ext uri="{FF2B5EF4-FFF2-40B4-BE49-F238E27FC236}">
                <a16:creationId xmlns:a16="http://schemas.microsoft.com/office/drawing/2014/main" id="{B73D8D44-72B8-0718-4752-DC52673A54B9}"/>
              </a:ext>
            </a:extLst>
          </p:cNvPr>
          <p:cNvSpPr txBox="1"/>
          <p:nvPr/>
        </p:nvSpPr>
        <p:spPr>
          <a:xfrm>
            <a:off x="3568283" y="4111256"/>
            <a:ext cx="1233030" cy="369332"/>
          </a:xfrm>
          <a:prstGeom prst="rect">
            <a:avLst/>
          </a:prstGeom>
          <a:noFill/>
        </p:spPr>
        <p:txBody>
          <a:bodyPr wrap="none" rtlCol="0">
            <a:spAutoFit/>
          </a:bodyPr>
          <a:lstStyle/>
          <a:p>
            <a:pPr algn="l"/>
            <a:r>
              <a:rPr lang="zh-CN" altLang="en-US" dirty="0"/>
              <a:t>洛谷</a:t>
            </a:r>
            <a:r>
              <a:rPr lang="en-US" altLang="zh-CN" dirty="0"/>
              <a:t>P4391</a:t>
            </a:r>
            <a:endParaRPr lang="zh-CN" altLang="en-US" dirty="0"/>
          </a:p>
        </p:txBody>
      </p:sp>
      <p:pic>
        <p:nvPicPr>
          <p:cNvPr id="3" name="图片 2">
            <a:extLst>
              <a:ext uri="{FF2B5EF4-FFF2-40B4-BE49-F238E27FC236}">
                <a16:creationId xmlns:a16="http://schemas.microsoft.com/office/drawing/2014/main" id="{981B010C-1406-B8D6-7978-DB6E6D72D9A3}"/>
              </a:ext>
            </a:extLst>
          </p:cNvPr>
          <p:cNvPicPr>
            <a:picLocks noChangeAspect="1"/>
          </p:cNvPicPr>
          <p:nvPr/>
        </p:nvPicPr>
        <p:blipFill>
          <a:blip r:embed="rId3"/>
          <a:stretch>
            <a:fillRect/>
          </a:stretch>
        </p:blipFill>
        <p:spPr>
          <a:xfrm>
            <a:off x="5346348" y="221278"/>
            <a:ext cx="6845652" cy="6216970"/>
          </a:xfrm>
          <a:prstGeom prst="rect">
            <a:avLst/>
          </a:prstGeom>
        </p:spPr>
      </p:pic>
    </p:spTree>
    <p:custDataLst>
      <p:tags r:id="rId1"/>
    </p:custDataLst>
    <p:extLst>
      <p:ext uri="{BB962C8B-B14F-4D97-AF65-F5344CB8AC3E}">
        <p14:creationId xmlns:p14="http://schemas.microsoft.com/office/powerpoint/2010/main" val="2222801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54622" y="170765"/>
            <a:ext cx="1826141"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进制哈希</a:t>
            </a:r>
          </a:p>
        </p:txBody>
      </p:sp>
      <p:sp>
        <p:nvSpPr>
          <p:cNvPr id="6" name="标题 5">
            <a:extLst>
              <a:ext uri="{FF2B5EF4-FFF2-40B4-BE49-F238E27FC236}">
                <a16:creationId xmlns:a16="http://schemas.microsoft.com/office/drawing/2014/main" id="{DEB1E852-C916-A94D-8075-8E1DE4F60A8B}"/>
              </a:ext>
            </a:extLst>
          </p:cNvPr>
          <p:cNvSpPr>
            <a:spLocks noGrp="1"/>
          </p:cNvSpPr>
          <p:nvPr>
            <p:ph type="title"/>
          </p:nvPr>
        </p:nvSpPr>
        <p:spPr/>
        <p:txBody>
          <a:bodyPr/>
          <a:lstStyle/>
          <a:p>
            <a:r>
              <a:rPr lang="zh-CN" altLang="en-US" dirty="0"/>
              <a:t>练习：洛谷</a:t>
            </a:r>
            <a:r>
              <a:rPr lang="en-US" altLang="zh-CN" dirty="0"/>
              <a:t>P5270</a:t>
            </a:r>
            <a:r>
              <a:rPr lang="zh-CN" altLang="en-US" dirty="0"/>
              <a:t>，</a:t>
            </a:r>
            <a:r>
              <a:rPr lang="en-US" altLang="zh-CN" dirty="0"/>
              <a:t>P5537</a:t>
            </a:r>
            <a:endParaRPr lang="zh-CN" altLang="en-US" dirty="0"/>
          </a:p>
        </p:txBody>
      </p:sp>
    </p:spTree>
    <p:custDataLst>
      <p:tags r:id="rId1"/>
    </p:custDataLst>
    <p:extLst>
      <p:ext uri="{BB962C8B-B14F-4D97-AF65-F5344CB8AC3E}">
        <p14:creationId xmlns:p14="http://schemas.microsoft.com/office/powerpoint/2010/main" val="2644689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2E75FE79-404B-D84B-4AC6-517E88A3BB1A}"/>
              </a:ext>
            </a:extLst>
          </p:cNvPr>
          <p:cNvSpPr>
            <a:spLocks noGrp="1"/>
          </p:cNvSpPr>
          <p:nvPr>
            <p:ph type="title"/>
          </p:nvPr>
        </p:nvSpPr>
        <p:spPr>
          <a:xfrm>
            <a:off x="2977116" y="365125"/>
            <a:ext cx="8376684" cy="1325563"/>
          </a:xfrm>
        </p:spPr>
        <p:txBody>
          <a:bodyPr>
            <a:normAutofit/>
          </a:bodyPr>
          <a:lstStyle/>
          <a:p>
            <a:r>
              <a:rPr lang="en-US" altLang="zh-CN"/>
              <a:t>Manacher</a:t>
            </a:r>
          </a:p>
        </p:txBody>
      </p:sp>
      <p:sp>
        <p:nvSpPr>
          <p:cNvPr id="4" name="内容占位符 2">
            <a:extLst>
              <a:ext uri="{FF2B5EF4-FFF2-40B4-BE49-F238E27FC236}">
                <a16:creationId xmlns:a16="http://schemas.microsoft.com/office/drawing/2014/main" id="{EDE1D7FA-C42D-58CF-1DC9-8AEB98D8AAC6}"/>
              </a:ext>
            </a:extLst>
          </p:cNvPr>
          <p:cNvSpPr txBox="1">
            <a:spLocks/>
          </p:cNvSpPr>
          <p:nvPr/>
        </p:nvSpPr>
        <p:spPr>
          <a:xfrm>
            <a:off x="2977116" y="1691005"/>
            <a:ext cx="8376684"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俗称马拉车，一种求最大回文串的算法</a:t>
            </a:r>
          </a:p>
          <a:p>
            <a:r>
              <a:rPr lang="zh-CN" altLang="en-US"/>
              <a:t>由于回文串的对称性质，一个回文串的左半边有一个回文串，那它的右半边也有一个相同的，那么我们对这个回文串的计算显然可以略去</a:t>
            </a:r>
          </a:p>
          <a:p>
            <a:r>
              <a:rPr lang="zh-CN" altLang="en-US"/>
              <a:t>扩展到一般性质，若一个回文串里包含着另一个回文串，那这个回文串的另一边必然存在另一个与它一模一样的回文串!</a:t>
            </a:r>
          </a:p>
          <a:p>
            <a:r>
              <a:rPr lang="zh-CN" altLang="en-US"/>
              <a:t>由于我们的回文串长度可能为奇数或偶数，这就要求我们进行分类讨论。</a:t>
            </a:r>
          </a:p>
          <a:p>
            <a:r>
              <a:rPr lang="zh-CN" altLang="en-US"/>
              <a:t>那有没有什么方法可以避免分类讨论呢？</a:t>
            </a:r>
          </a:p>
          <a:p>
            <a:endParaRPr lang="zh-CN" altLang="en-US"/>
          </a:p>
        </p:txBody>
      </p:sp>
    </p:spTree>
    <p:custDataLst>
      <p:tags r:id="rId1"/>
    </p:custDataLst>
    <p:extLst>
      <p:ext uri="{BB962C8B-B14F-4D97-AF65-F5344CB8AC3E}">
        <p14:creationId xmlns:p14="http://schemas.microsoft.com/office/powerpoint/2010/main" val="1659592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52B74B50-8530-C1DA-8756-20A918F4C3BA}"/>
              </a:ext>
            </a:extLst>
          </p:cNvPr>
          <p:cNvSpPr>
            <a:spLocks noGrp="1"/>
          </p:cNvSpPr>
          <p:nvPr>
            <p:ph type="title"/>
          </p:nvPr>
        </p:nvSpPr>
        <p:spPr>
          <a:xfrm>
            <a:off x="3083442" y="365125"/>
            <a:ext cx="8270358" cy="1325563"/>
          </a:xfrm>
        </p:spPr>
        <p:txBody>
          <a:bodyPr/>
          <a:lstStyle/>
          <a:p>
            <a:r>
              <a:rPr lang="zh-CN" altLang="en-US" sz="2400"/>
              <a:t>答案当然是有的！</a:t>
            </a:r>
          </a:p>
        </p:txBody>
      </p:sp>
      <p:sp>
        <p:nvSpPr>
          <p:cNvPr id="4" name="内容占位符 2">
            <a:extLst>
              <a:ext uri="{FF2B5EF4-FFF2-40B4-BE49-F238E27FC236}">
                <a16:creationId xmlns:a16="http://schemas.microsoft.com/office/drawing/2014/main" id="{1D760492-D49A-A833-4EFE-D9563174C82D}"/>
              </a:ext>
            </a:extLst>
          </p:cNvPr>
          <p:cNvSpPr txBox="1">
            <a:spLocks/>
          </p:cNvSpPr>
          <p:nvPr/>
        </p:nvSpPr>
        <p:spPr>
          <a:xfrm>
            <a:off x="3170893" y="1253490"/>
            <a:ext cx="8592482" cy="4351655"/>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我们将字符串的开头</a:t>
            </a:r>
            <a:r>
              <a:rPr lang="en-US" altLang="zh-CN"/>
              <a:t>,</a:t>
            </a:r>
            <a:r>
              <a:rPr lang="zh-CN" altLang="en-US"/>
              <a:t>结尾</a:t>
            </a:r>
            <a:r>
              <a:rPr lang="en-US" altLang="zh-CN"/>
              <a:t>,</a:t>
            </a:r>
            <a:r>
              <a:rPr lang="zh-CN" altLang="en-US"/>
              <a:t>以及每个字符之间加上一个特殊符号</a:t>
            </a:r>
            <a:r>
              <a:rPr lang="en-US" altLang="zh-CN"/>
              <a:t>(# or @ or ♂ </a:t>
            </a:r>
            <a:r>
              <a:rPr lang="zh-CN" altLang="en-US"/>
              <a:t>等不常用符号</a:t>
            </a:r>
            <a:r>
              <a:rPr lang="en-US" altLang="zh-CN"/>
              <a:t>)</a:t>
            </a:r>
            <a:r>
              <a:rPr lang="zh-CN" altLang="en-US"/>
              <a:t>这样我们便将字符串的长度</a:t>
            </a:r>
            <a:r>
              <a:rPr lang="en-US" altLang="zh-CN"/>
              <a:t>L</a:t>
            </a:r>
            <a:r>
              <a:rPr lang="zh-CN" altLang="en-US"/>
              <a:t>增加到了</a:t>
            </a:r>
            <a:r>
              <a:rPr lang="en-US" altLang="zh-CN"/>
              <a:t>(2*L+1) ,</a:t>
            </a:r>
            <a:r>
              <a:rPr lang="zh-CN" altLang="en-US"/>
              <a:t>而</a:t>
            </a:r>
            <a:r>
              <a:rPr lang="en-US" altLang="zh-CN"/>
              <a:t>(2*L+1)</a:t>
            </a:r>
            <a:r>
              <a:rPr lang="zh-CN" altLang="en-US"/>
              <a:t>为一个奇数</a:t>
            </a:r>
            <a:r>
              <a:rPr lang="en-US" altLang="zh-CN"/>
              <a:t>,</a:t>
            </a:r>
            <a:r>
              <a:rPr lang="zh-CN" altLang="en-US"/>
              <a:t>这样就避免了分类讨论。</a:t>
            </a:r>
          </a:p>
          <a:p>
            <a:r>
              <a:rPr lang="zh-CN" altLang="en-US"/>
              <a:t>如字符串</a:t>
            </a:r>
            <a:r>
              <a:rPr lang="en-US" altLang="zh-CN"/>
              <a:t>[  ABACABA ]</a:t>
            </a:r>
          </a:p>
          <a:p>
            <a:r>
              <a:rPr lang="zh-CN" altLang="en-US"/>
              <a:t>修改完后变为</a:t>
            </a:r>
            <a:r>
              <a:rPr lang="en-US" altLang="zh-CN"/>
              <a:t>[ #A#B#A#C#A#B#A# ]</a:t>
            </a:r>
          </a:p>
          <a:p>
            <a:r>
              <a:rPr lang="zh-CN" altLang="en-US"/>
              <a:t>字符串</a:t>
            </a:r>
            <a:r>
              <a:rPr lang="en-US" altLang="zh-CN"/>
              <a:t>[ ABBA ]</a:t>
            </a:r>
          </a:p>
          <a:p>
            <a:r>
              <a:rPr lang="zh-CN" altLang="en-US"/>
              <a:t>变为了</a:t>
            </a:r>
            <a:r>
              <a:rPr lang="en-US" altLang="zh-CN"/>
              <a:t>[ #A#B#B#A# ]</a:t>
            </a:r>
          </a:p>
          <a:p>
            <a:r>
              <a:rPr lang="en-US" altLang="zh-CN"/>
              <a:t> </a:t>
            </a:r>
            <a:r>
              <a:rPr lang="zh-CN" altLang="en-US"/>
              <a:t>这样一来我们就避免了长度为偶数，对称轴在字符空隙间的情况了。</a:t>
            </a:r>
          </a:p>
        </p:txBody>
      </p:sp>
    </p:spTree>
    <p:custDataLst>
      <p:tags r:id="rId1"/>
    </p:custDataLst>
    <p:extLst>
      <p:ext uri="{BB962C8B-B14F-4D97-AF65-F5344CB8AC3E}">
        <p14:creationId xmlns:p14="http://schemas.microsoft.com/office/powerpoint/2010/main" val="3265247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3CF8176E-5ABC-9AA1-0E52-F24DC9F399E7}"/>
              </a:ext>
            </a:extLst>
          </p:cNvPr>
          <p:cNvSpPr txBox="1">
            <a:spLocks/>
          </p:cNvSpPr>
          <p:nvPr/>
        </p:nvSpPr>
        <p:spPr>
          <a:xfrm>
            <a:off x="3260650" y="396875"/>
            <a:ext cx="8093149"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Manacher</a:t>
            </a:r>
            <a:r>
              <a:rPr lang="zh-CN" altLang="en-US"/>
              <a:t>的核心依托于一个数组</a:t>
            </a:r>
            <a:r>
              <a:rPr lang="en-US" altLang="zh-CN"/>
              <a:t>len[i](</a:t>
            </a:r>
            <a:r>
              <a:rPr lang="zh-CN" altLang="en-US"/>
              <a:t>似曾相识</a:t>
            </a:r>
            <a:r>
              <a:rPr lang="en-US" altLang="zh-CN"/>
              <a:t>) .</a:t>
            </a:r>
            <a:r>
              <a:rPr lang="zh-CN" altLang="en-US"/>
              <a:t>这个数组存储的是以</a:t>
            </a:r>
            <a:r>
              <a:rPr lang="en-US" altLang="zh-CN"/>
              <a:t>i</a:t>
            </a:r>
            <a:r>
              <a:rPr lang="zh-CN" altLang="en-US"/>
              <a:t>为</a:t>
            </a:r>
            <a:r>
              <a:rPr lang="zh-CN" altLang="en-US" b="1"/>
              <a:t>中心</a:t>
            </a:r>
            <a:r>
              <a:rPr lang="zh-CN" altLang="en-US"/>
              <a:t>的</a:t>
            </a:r>
            <a:r>
              <a:rPr lang="zh-CN" altLang="en-US" b="1"/>
              <a:t>最长回文串</a:t>
            </a:r>
            <a:r>
              <a:rPr lang="zh-CN" altLang="en-US"/>
              <a:t>的</a:t>
            </a:r>
            <a:r>
              <a:rPr lang="zh-CN" altLang="en-US" b="1"/>
              <a:t>半径</a:t>
            </a:r>
            <a:r>
              <a:rPr lang="zh-CN" altLang="en-US"/>
              <a:t>。</a:t>
            </a:r>
          </a:p>
          <a:p>
            <a:r>
              <a:rPr lang="zh-CN" altLang="en-US"/>
              <a:t>如字符串</a:t>
            </a:r>
            <a:r>
              <a:rPr lang="en-US" altLang="zh-CN"/>
              <a:t>ABACABA</a:t>
            </a:r>
            <a:r>
              <a:rPr lang="zh-CN" altLang="en-US"/>
              <a:t>中</a:t>
            </a:r>
          </a:p>
          <a:p>
            <a:r>
              <a:rPr lang="en-US" altLang="zh-CN"/>
              <a:t>len[1]=1	len[2]=2	len[3]=1	len[4]=4	</a:t>
            </a:r>
          </a:p>
          <a:p>
            <a:r>
              <a:rPr lang="en-US" altLang="zh-CN"/>
              <a:t>len[5]=1	len[6]=2	len[7]=1</a:t>
            </a:r>
          </a:p>
          <a:p>
            <a:r>
              <a:rPr lang="zh-CN" altLang="en-US"/>
              <a:t>这样</a:t>
            </a:r>
            <a:r>
              <a:rPr lang="en-US" altLang="zh-CN"/>
              <a:t>len[]</a:t>
            </a:r>
            <a:r>
              <a:rPr lang="zh-CN" altLang="en-US"/>
              <a:t>的含义就简单明了了。</a:t>
            </a:r>
          </a:p>
          <a:p>
            <a:r>
              <a:rPr lang="zh-CN" altLang="en-US"/>
              <a:t>有了</a:t>
            </a:r>
            <a:r>
              <a:rPr lang="en-US" altLang="zh-CN"/>
              <a:t>len[]</a:t>
            </a:r>
            <a:r>
              <a:rPr lang="zh-CN" altLang="en-US"/>
              <a:t>后我们求最长回文串只需遍历</a:t>
            </a:r>
            <a:r>
              <a:rPr lang="en-US" altLang="zh-CN"/>
              <a:t>len[]</a:t>
            </a:r>
            <a:r>
              <a:rPr lang="zh-CN" altLang="en-US"/>
              <a:t>求</a:t>
            </a:r>
            <a:r>
              <a:rPr lang="en-US" altLang="zh-CN"/>
              <a:t>max</a:t>
            </a:r>
            <a:r>
              <a:rPr lang="zh-CN" altLang="en-US"/>
              <a:t>就可以了。</a:t>
            </a:r>
          </a:p>
        </p:txBody>
      </p:sp>
    </p:spTree>
    <p:custDataLst>
      <p:tags r:id="rId1"/>
    </p:custDataLst>
    <p:extLst>
      <p:ext uri="{BB962C8B-B14F-4D97-AF65-F5344CB8AC3E}">
        <p14:creationId xmlns:p14="http://schemas.microsoft.com/office/powerpoint/2010/main" val="3760827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A652ACB2-80E3-C425-025D-487517BEB89A}"/>
              </a:ext>
            </a:extLst>
          </p:cNvPr>
          <p:cNvSpPr txBox="1">
            <a:spLocks/>
          </p:cNvSpPr>
          <p:nvPr/>
        </p:nvSpPr>
        <p:spPr>
          <a:xfrm>
            <a:off x="3104706" y="599385"/>
            <a:ext cx="8249093" cy="4103108"/>
          </a:xfrm>
          <a:prstGeom prst="rect">
            <a:avLst/>
          </a:prstGeom>
        </p:spPr>
        <p:txBody>
          <a:bodyPr>
            <a:normAutofit fontScale="925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0000"/>
              </a:lnSpc>
            </a:pPr>
            <a:r>
              <a:rPr lang="zh-CN" altLang="en-US"/>
              <a:t>那么该如何计算</a:t>
            </a:r>
            <a:r>
              <a:rPr lang="en-US" altLang="zh-CN"/>
              <a:t>len</a:t>
            </a:r>
            <a:r>
              <a:rPr lang="zh-CN" altLang="en-US"/>
              <a:t>呢？</a:t>
            </a:r>
          </a:p>
          <a:p>
            <a:pPr indent="0">
              <a:lnSpc>
                <a:spcPct val="120000"/>
              </a:lnSpc>
            </a:pPr>
            <a:r>
              <a:rPr lang="zh-CN" altLang="en-US"/>
              <a:t>我们可以从左往右以此计算</a:t>
            </a:r>
            <a:r>
              <a:rPr lang="en-US" altLang="zh-CN"/>
              <a:t>len</a:t>
            </a:r>
            <a:r>
              <a:rPr lang="zh-CN" altLang="en-US"/>
              <a:t>，当我们计算</a:t>
            </a:r>
            <a:r>
              <a:rPr lang="en-US" altLang="zh-CN"/>
              <a:t>len[i]</a:t>
            </a:r>
            <a:r>
              <a:rPr lang="zh-CN" altLang="en-US"/>
              <a:t>时，在它之前的</a:t>
            </a:r>
            <a:r>
              <a:rPr lang="en-US" altLang="zh-CN"/>
              <a:t>len[j]</a:t>
            </a:r>
            <a:r>
              <a:rPr lang="zh-CN" altLang="en-US"/>
              <a:t>我们已经计算完毕。我们设</a:t>
            </a:r>
            <a:r>
              <a:rPr lang="en-US" altLang="zh-CN"/>
              <a:t>P</a:t>
            </a:r>
            <a:r>
              <a:rPr lang="zh-CN" altLang="en-US"/>
              <a:t>为之前求得的回文子串中右端点延伸最长的子串的右端点为</a:t>
            </a:r>
            <a:r>
              <a:rPr lang="en-US" altLang="zh-CN"/>
              <a:t>P</a:t>
            </a:r>
            <a:r>
              <a:rPr lang="zh-CN" altLang="en-US"/>
              <a:t>；设</a:t>
            </a:r>
            <a:r>
              <a:rPr lang="en-US" altLang="zh-CN"/>
              <a:t>Po</a:t>
            </a:r>
            <a:r>
              <a:rPr lang="zh-CN" altLang="en-US"/>
              <a:t>为此子串的中心。</a:t>
            </a:r>
          </a:p>
          <a:p>
            <a:pPr indent="0">
              <a:lnSpc>
                <a:spcPct val="120000"/>
              </a:lnSpc>
            </a:pPr>
            <a:r>
              <a:rPr lang="zh-CN" altLang="en-US"/>
              <a:t>当我们求</a:t>
            </a:r>
            <a:r>
              <a:rPr lang="en-US" altLang="zh-CN"/>
              <a:t>len[i]</a:t>
            </a:r>
            <a:r>
              <a:rPr lang="zh-CN" altLang="en-US"/>
              <a:t>时会出现</a:t>
            </a:r>
            <a:r>
              <a:rPr lang="en-US" altLang="zh-CN"/>
              <a:t>2</a:t>
            </a:r>
            <a:r>
              <a:rPr lang="zh-CN" altLang="en-US"/>
              <a:t>种情况：</a:t>
            </a:r>
          </a:p>
          <a:p>
            <a:pPr indent="0">
              <a:lnSpc>
                <a:spcPct val="120000"/>
              </a:lnSpc>
            </a:pPr>
            <a:r>
              <a:rPr lang="zh-CN" altLang="en-US"/>
              <a:t>①</a:t>
            </a:r>
            <a:r>
              <a:rPr lang="en-US" altLang="zh-CN"/>
              <a:t>i&lt;=P</a:t>
            </a:r>
            <a:r>
              <a:rPr lang="zh-CN" altLang="en-US"/>
              <a:t>时，我们将</a:t>
            </a:r>
            <a:r>
              <a:rPr lang="en-US" altLang="zh-CN"/>
              <a:t>i</a:t>
            </a:r>
            <a:r>
              <a:rPr lang="zh-CN" altLang="en-US"/>
              <a:t>关于</a:t>
            </a:r>
            <a:r>
              <a:rPr lang="en-US" altLang="zh-CN"/>
              <a:t>Po</a:t>
            </a:r>
            <a:r>
              <a:rPr lang="zh-CN" altLang="en-US"/>
              <a:t>的对称点设为</a:t>
            </a:r>
            <a:r>
              <a:rPr lang="en-US" altLang="zh-CN"/>
              <a:t>j</a:t>
            </a:r>
            <a:r>
              <a:rPr lang="zh-CN" altLang="en-US"/>
              <a:t>；</a:t>
            </a:r>
          </a:p>
          <a:p>
            <a:pPr marL="0" indent="0">
              <a:lnSpc>
                <a:spcPct val="120000"/>
              </a:lnSpc>
              <a:buFont typeface="Arial" panose="020B0604020202020204" pitchFamily="34" charset="0"/>
              <a:buNone/>
            </a:pPr>
            <a:r>
              <a:rPr lang="zh-CN" altLang="en-US"/>
              <a:t>若</a:t>
            </a:r>
            <a:r>
              <a:rPr lang="en-US" altLang="zh-CN"/>
              <a:t>len[j]+i&lt;P</a:t>
            </a:r>
            <a:r>
              <a:rPr lang="zh-CN" altLang="en-US"/>
              <a:t>的话，说明以</a:t>
            </a:r>
            <a:r>
              <a:rPr lang="en-US" altLang="zh-CN"/>
              <a:t>j</a:t>
            </a:r>
            <a:r>
              <a:rPr lang="zh-CN" altLang="en-US"/>
              <a:t>为中心的回文串在</a:t>
            </a:r>
            <a:r>
              <a:rPr lang="en-US" altLang="zh-CN"/>
              <a:t>Po</a:t>
            </a:r>
            <a:r>
              <a:rPr lang="zh-CN" altLang="en-US"/>
              <a:t>为中心的回文串内部；又因为</a:t>
            </a:r>
            <a:r>
              <a:rPr lang="en-US" altLang="zh-CN"/>
              <a:t>i</a:t>
            </a:r>
            <a:r>
              <a:rPr lang="zh-CN" altLang="en-US"/>
              <a:t>，</a:t>
            </a:r>
            <a:r>
              <a:rPr lang="en-US" altLang="zh-CN"/>
              <a:t>j</a:t>
            </a:r>
            <a:r>
              <a:rPr lang="zh-CN" altLang="en-US"/>
              <a:t>对称，所以</a:t>
            </a:r>
            <a:r>
              <a:rPr lang="en-US" altLang="zh-CN"/>
              <a:t>len[i]=len[j]</a:t>
            </a:r>
            <a:r>
              <a:rPr lang="zh-CN" altLang="en-US"/>
              <a:t>；</a:t>
            </a:r>
          </a:p>
          <a:p>
            <a:pPr marL="0" indent="0">
              <a:buFont typeface="Arial" panose="020B0604020202020204" pitchFamily="34" charset="0"/>
              <a:buNone/>
            </a:pPr>
            <a:endParaRPr lang="zh-CN" altLang="en-US"/>
          </a:p>
        </p:txBody>
      </p:sp>
      <p:pic>
        <p:nvPicPr>
          <p:cNvPr id="4" name="图片 3" descr="dasd">
            <a:extLst>
              <a:ext uri="{FF2B5EF4-FFF2-40B4-BE49-F238E27FC236}">
                <a16:creationId xmlns:a16="http://schemas.microsoft.com/office/drawing/2014/main" id="{6E00BA5B-1A99-3A53-7B63-D9CC0B34B97C}"/>
              </a:ext>
            </a:extLst>
          </p:cNvPr>
          <p:cNvPicPr>
            <a:picLocks noChangeAspect="1"/>
          </p:cNvPicPr>
          <p:nvPr/>
        </p:nvPicPr>
        <p:blipFill>
          <a:blip r:embed="rId3"/>
          <a:stretch>
            <a:fillRect/>
          </a:stretch>
        </p:blipFill>
        <p:spPr>
          <a:xfrm>
            <a:off x="7157986" y="4373525"/>
            <a:ext cx="3976103" cy="2229839"/>
          </a:xfrm>
          <a:prstGeom prst="rect">
            <a:avLst/>
          </a:prstGeom>
        </p:spPr>
      </p:pic>
    </p:spTree>
    <p:custDataLst>
      <p:tags r:id="rId1"/>
    </p:custDataLst>
    <p:extLst>
      <p:ext uri="{BB962C8B-B14F-4D97-AF65-F5344CB8AC3E}">
        <p14:creationId xmlns:p14="http://schemas.microsoft.com/office/powerpoint/2010/main" val="535136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4388A7D6-905F-67A3-CF31-00E9DDA89500}"/>
              </a:ext>
            </a:extLst>
          </p:cNvPr>
          <p:cNvSpPr txBox="1">
            <a:spLocks/>
          </p:cNvSpPr>
          <p:nvPr/>
        </p:nvSpPr>
        <p:spPr>
          <a:xfrm>
            <a:off x="3374064" y="483235"/>
            <a:ext cx="7979735"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若</a:t>
            </a:r>
            <a:r>
              <a:rPr lang="en-US" altLang="zh-CN" dirty="0" err="1">
                <a:sym typeface="+mn-ea"/>
              </a:rPr>
              <a:t>len</a:t>
            </a:r>
            <a:r>
              <a:rPr lang="en-US" altLang="zh-CN" dirty="0">
                <a:sym typeface="+mn-ea"/>
              </a:rPr>
              <a:t>[j]+</a:t>
            </a:r>
            <a:r>
              <a:rPr lang="en-US" altLang="zh-CN" dirty="0" err="1">
                <a:sym typeface="+mn-ea"/>
              </a:rPr>
              <a:t>i</a:t>
            </a:r>
            <a:r>
              <a:rPr lang="en-US" altLang="zh-CN" dirty="0">
                <a:sym typeface="+mn-ea"/>
              </a:rPr>
              <a:t>&gt;=P</a:t>
            </a:r>
            <a:r>
              <a:rPr lang="zh-CN" altLang="en-US" dirty="0">
                <a:sym typeface="+mn-ea"/>
              </a:rPr>
              <a:t>的话，我们可以知道以</a:t>
            </a:r>
            <a:r>
              <a:rPr lang="en-US" altLang="zh-CN" dirty="0">
                <a:sym typeface="+mn-ea"/>
              </a:rPr>
              <a:t>j</a:t>
            </a:r>
            <a:r>
              <a:rPr lang="zh-CN" altLang="en-US" dirty="0">
                <a:sym typeface="+mn-ea"/>
              </a:rPr>
              <a:t>为中心的回文串会延伸到以</a:t>
            </a:r>
            <a:r>
              <a:rPr lang="en-US" altLang="zh-CN" dirty="0">
                <a:sym typeface="+mn-ea"/>
              </a:rPr>
              <a:t>Po</a:t>
            </a:r>
            <a:r>
              <a:rPr lang="zh-CN" altLang="en-US" dirty="0">
                <a:sym typeface="+mn-ea"/>
              </a:rPr>
              <a:t>为中心的回文串的左端点之外，由于对称，以</a:t>
            </a:r>
            <a:r>
              <a:rPr lang="en-US" altLang="zh-CN" dirty="0" err="1">
                <a:sym typeface="+mn-ea"/>
              </a:rPr>
              <a:t>i</a:t>
            </a:r>
            <a:r>
              <a:rPr lang="zh-CN" altLang="en-US" dirty="0">
                <a:sym typeface="+mn-ea"/>
              </a:rPr>
              <a:t>为中心的回文串会延伸到</a:t>
            </a:r>
            <a:r>
              <a:rPr lang="en-US" altLang="zh-CN" dirty="0">
                <a:sym typeface="+mn-ea"/>
              </a:rPr>
              <a:t>P</a:t>
            </a:r>
            <a:r>
              <a:rPr lang="zh-CN" altLang="en-US" dirty="0">
                <a:sym typeface="+mn-ea"/>
              </a:rPr>
              <a:t>之外。但是由于</a:t>
            </a:r>
            <a:r>
              <a:rPr lang="en-US" altLang="zh-CN" dirty="0">
                <a:sym typeface="+mn-ea"/>
              </a:rPr>
              <a:t>P</a:t>
            </a:r>
            <a:r>
              <a:rPr lang="zh-CN" altLang="en-US" dirty="0">
                <a:sym typeface="+mn-ea"/>
              </a:rPr>
              <a:t>右端的部分我们还未匹配，所以我们便从</a:t>
            </a:r>
            <a:r>
              <a:rPr lang="en-US" altLang="zh-CN" dirty="0">
                <a:sym typeface="+mn-ea"/>
              </a:rPr>
              <a:t>P+1</a:t>
            </a:r>
            <a:r>
              <a:rPr lang="zh-CN" altLang="en-US" dirty="0">
                <a:sym typeface="+mn-ea"/>
              </a:rPr>
              <a:t>的位置一个一个匹配，直到失配后便用 </a:t>
            </a:r>
            <a:r>
              <a:rPr lang="en-US" altLang="zh-CN" dirty="0" err="1">
                <a:sym typeface="+mn-ea"/>
              </a:rPr>
              <a:t>i</a:t>
            </a:r>
            <a:r>
              <a:rPr lang="en-US" altLang="zh-CN" dirty="0">
                <a:sym typeface="+mn-ea"/>
              </a:rPr>
              <a:t> </a:t>
            </a:r>
            <a:r>
              <a:rPr lang="zh-CN" altLang="en-US" dirty="0">
                <a:sym typeface="+mn-ea"/>
              </a:rPr>
              <a:t>和 </a:t>
            </a:r>
            <a:r>
              <a:rPr lang="en-US" altLang="zh-CN" dirty="0">
                <a:sym typeface="+mn-ea"/>
              </a:rPr>
              <a:t>( </a:t>
            </a:r>
            <a:r>
              <a:rPr lang="en-US" altLang="zh-CN" dirty="0" err="1">
                <a:sym typeface="+mn-ea"/>
              </a:rPr>
              <a:t>i+len</a:t>
            </a:r>
            <a:r>
              <a:rPr lang="en-US" altLang="zh-CN" dirty="0">
                <a:sym typeface="+mn-ea"/>
              </a:rPr>
              <a:t>[</a:t>
            </a:r>
            <a:r>
              <a:rPr lang="en-US" altLang="zh-CN" dirty="0" err="1">
                <a:sym typeface="+mn-ea"/>
              </a:rPr>
              <a:t>i</a:t>
            </a:r>
            <a:r>
              <a:rPr lang="en-US" altLang="zh-CN" dirty="0">
                <a:sym typeface="+mn-ea"/>
              </a:rPr>
              <a:t>] ) </a:t>
            </a:r>
            <a:r>
              <a:rPr lang="zh-CN" altLang="en-US" dirty="0">
                <a:sym typeface="+mn-ea"/>
              </a:rPr>
              <a:t>更新</a:t>
            </a:r>
            <a:r>
              <a:rPr lang="en-US" altLang="zh-CN" dirty="0">
                <a:sym typeface="+mn-ea"/>
              </a:rPr>
              <a:t>Po</a:t>
            </a:r>
            <a:r>
              <a:rPr lang="zh-CN" altLang="en-US" dirty="0">
                <a:sym typeface="+mn-ea"/>
              </a:rPr>
              <a:t>与</a:t>
            </a:r>
            <a:r>
              <a:rPr lang="en-US" altLang="zh-CN" dirty="0">
                <a:sym typeface="+mn-ea"/>
              </a:rPr>
              <a:t>P</a:t>
            </a:r>
            <a:r>
              <a:rPr lang="zh-CN" altLang="en-US" dirty="0">
                <a:sym typeface="+mn-ea"/>
              </a:rPr>
              <a:t>。</a:t>
            </a:r>
            <a:endParaRPr lang="zh-CN" altLang="en-US" dirty="0"/>
          </a:p>
          <a:p>
            <a:endParaRPr lang="zh-CN" altLang="en-US" dirty="0"/>
          </a:p>
        </p:txBody>
      </p:sp>
      <p:pic>
        <p:nvPicPr>
          <p:cNvPr id="4" name="图片 3" descr="sad">
            <a:extLst>
              <a:ext uri="{FF2B5EF4-FFF2-40B4-BE49-F238E27FC236}">
                <a16:creationId xmlns:a16="http://schemas.microsoft.com/office/drawing/2014/main" id="{4B634F90-7583-0E54-C84D-1BF12ACF56A9}"/>
              </a:ext>
            </a:extLst>
          </p:cNvPr>
          <p:cNvPicPr>
            <a:picLocks noChangeAspect="1"/>
          </p:cNvPicPr>
          <p:nvPr/>
        </p:nvPicPr>
        <p:blipFill>
          <a:blip r:embed="rId3"/>
          <a:stretch>
            <a:fillRect/>
          </a:stretch>
        </p:blipFill>
        <p:spPr>
          <a:xfrm>
            <a:off x="4090710" y="3253563"/>
            <a:ext cx="5878790" cy="2996742"/>
          </a:xfrm>
          <a:prstGeom prst="rect">
            <a:avLst/>
          </a:prstGeom>
        </p:spPr>
      </p:pic>
    </p:spTree>
    <p:custDataLst>
      <p:tags r:id="rId1"/>
    </p:custDataLst>
    <p:extLst>
      <p:ext uri="{BB962C8B-B14F-4D97-AF65-F5344CB8AC3E}">
        <p14:creationId xmlns:p14="http://schemas.microsoft.com/office/powerpoint/2010/main" val="533180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16732E23-D459-356C-9DE3-FF5DCE885E51}"/>
              </a:ext>
            </a:extLst>
          </p:cNvPr>
          <p:cNvSpPr txBox="1">
            <a:spLocks/>
          </p:cNvSpPr>
          <p:nvPr/>
        </p:nvSpPr>
        <p:spPr>
          <a:xfrm>
            <a:off x="3175590" y="450215"/>
            <a:ext cx="8178209"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a:t>②当</a:t>
            </a:r>
            <a:r>
              <a:rPr lang="en-US" altLang="zh-CN"/>
              <a:t>i&gt;P</a:t>
            </a:r>
            <a:r>
              <a:rPr lang="zh-CN" altLang="en-US"/>
              <a:t>时，我们可以知道此时我们以</a:t>
            </a:r>
            <a:r>
              <a:rPr lang="en-US" altLang="zh-CN"/>
              <a:t>i</a:t>
            </a:r>
            <a:r>
              <a:rPr lang="zh-CN" altLang="en-US"/>
              <a:t>为中心的串全部还未匹配这样我们只能一个个去匹配最后更新</a:t>
            </a:r>
            <a:r>
              <a:rPr lang="en-US" altLang="zh-CN"/>
              <a:t>Po</a:t>
            </a:r>
            <a:r>
              <a:rPr lang="zh-CN" altLang="en-US"/>
              <a:t>、</a:t>
            </a:r>
            <a:r>
              <a:rPr lang="en-US" altLang="zh-CN"/>
              <a:t>P</a:t>
            </a:r>
            <a:r>
              <a:rPr lang="zh-CN" altLang="en-US"/>
              <a:t>和</a:t>
            </a:r>
            <a:r>
              <a:rPr lang="en-US" altLang="zh-CN"/>
              <a:t>len[i].</a:t>
            </a:r>
          </a:p>
        </p:txBody>
      </p:sp>
      <p:pic>
        <p:nvPicPr>
          <p:cNvPr id="4" name="图片 3" descr="20141221160247614">
            <a:extLst>
              <a:ext uri="{FF2B5EF4-FFF2-40B4-BE49-F238E27FC236}">
                <a16:creationId xmlns:a16="http://schemas.microsoft.com/office/drawing/2014/main" id="{9DDE6985-AF2A-05BE-05BA-DC21F6E4AE6A}"/>
              </a:ext>
            </a:extLst>
          </p:cNvPr>
          <p:cNvPicPr>
            <a:picLocks noChangeAspect="1"/>
          </p:cNvPicPr>
          <p:nvPr/>
        </p:nvPicPr>
        <p:blipFill>
          <a:blip r:embed="rId3"/>
          <a:stretch>
            <a:fillRect/>
          </a:stretch>
        </p:blipFill>
        <p:spPr>
          <a:xfrm>
            <a:off x="3382418" y="2051685"/>
            <a:ext cx="7599907" cy="3326765"/>
          </a:xfrm>
          <a:prstGeom prst="rect">
            <a:avLst/>
          </a:prstGeom>
        </p:spPr>
      </p:pic>
    </p:spTree>
    <p:custDataLst>
      <p:tags r:id="rId1"/>
    </p:custDataLst>
    <p:extLst>
      <p:ext uri="{BB962C8B-B14F-4D97-AF65-F5344CB8AC3E}">
        <p14:creationId xmlns:p14="http://schemas.microsoft.com/office/powerpoint/2010/main" val="176526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D399D4DB-7D6B-CE99-2795-C1F385C2707A}"/>
              </a:ext>
            </a:extLst>
          </p:cNvPr>
          <p:cNvSpPr>
            <a:spLocks noGrp="1"/>
          </p:cNvSpPr>
          <p:nvPr>
            <p:ph type="title"/>
          </p:nvPr>
        </p:nvSpPr>
        <p:spPr>
          <a:xfrm>
            <a:off x="3253562" y="365125"/>
            <a:ext cx="8100237" cy="1325563"/>
          </a:xfrm>
        </p:spPr>
        <p:txBody>
          <a:bodyPr/>
          <a:lstStyle/>
          <a:p>
            <a:r>
              <a:rPr lang="zh-CN" altLang="en-US" sz="1800" b="0" dirty="0">
                <a:latin typeface="+mn-lt"/>
                <a:ea typeface="+mn-ea"/>
                <a:cs typeface="+mn-cs"/>
              </a:rPr>
              <a:t>模板题</a:t>
            </a:r>
          </a:p>
        </p:txBody>
      </p:sp>
      <p:pic>
        <p:nvPicPr>
          <p:cNvPr id="5" name="图片 4">
            <a:extLst>
              <a:ext uri="{FF2B5EF4-FFF2-40B4-BE49-F238E27FC236}">
                <a16:creationId xmlns:a16="http://schemas.microsoft.com/office/drawing/2014/main" id="{B28757A7-6A34-CA6C-0FF3-4F275F7E1B05}"/>
              </a:ext>
            </a:extLst>
          </p:cNvPr>
          <p:cNvPicPr>
            <a:picLocks noChangeAspect="1"/>
          </p:cNvPicPr>
          <p:nvPr/>
        </p:nvPicPr>
        <p:blipFill>
          <a:blip r:embed="rId3"/>
          <a:stretch>
            <a:fillRect/>
          </a:stretch>
        </p:blipFill>
        <p:spPr>
          <a:xfrm>
            <a:off x="5403312" y="1263746"/>
            <a:ext cx="6559887" cy="4883401"/>
          </a:xfrm>
          <a:prstGeom prst="rect">
            <a:avLst/>
          </a:prstGeom>
        </p:spPr>
      </p:pic>
      <p:sp>
        <p:nvSpPr>
          <p:cNvPr id="6" name="文本框 5">
            <a:extLst>
              <a:ext uri="{FF2B5EF4-FFF2-40B4-BE49-F238E27FC236}">
                <a16:creationId xmlns:a16="http://schemas.microsoft.com/office/drawing/2014/main" id="{2C3CEFE9-CACB-54DD-9B44-6B829A4E43C9}"/>
              </a:ext>
            </a:extLst>
          </p:cNvPr>
          <p:cNvSpPr txBox="1"/>
          <p:nvPr/>
        </p:nvSpPr>
        <p:spPr>
          <a:xfrm>
            <a:off x="3497628" y="1950430"/>
            <a:ext cx="1233030" cy="369332"/>
          </a:xfrm>
          <a:prstGeom prst="rect">
            <a:avLst/>
          </a:prstGeom>
          <a:noFill/>
        </p:spPr>
        <p:txBody>
          <a:bodyPr wrap="none" rtlCol="0">
            <a:spAutoFit/>
          </a:bodyPr>
          <a:lstStyle/>
          <a:p>
            <a:pPr algn="l"/>
            <a:r>
              <a:rPr lang="zh-CN" altLang="en-US" dirty="0"/>
              <a:t>洛谷</a:t>
            </a:r>
            <a:r>
              <a:rPr lang="en-US" altLang="zh-CN" dirty="0"/>
              <a:t>P3805</a:t>
            </a:r>
            <a:endParaRPr lang="zh-CN" altLang="en-US" dirty="0"/>
          </a:p>
        </p:txBody>
      </p:sp>
    </p:spTree>
    <p:custDataLst>
      <p:tags r:id="rId1"/>
    </p:custDataLst>
    <p:extLst>
      <p:ext uri="{BB962C8B-B14F-4D97-AF65-F5344CB8AC3E}">
        <p14:creationId xmlns:p14="http://schemas.microsoft.com/office/powerpoint/2010/main" val="538596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D399D4DB-7D6B-CE99-2795-C1F385C2707A}"/>
              </a:ext>
            </a:extLst>
          </p:cNvPr>
          <p:cNvSpPr>
            <a:spLocks noGrp="1"/>
          </p:cNvSpPr>
          <p:nvPr>
            <p:ph type="title"/>
          </p:nvPr>
        </p:nvSpPr>
        <p:spPr>
          <a:xfrm>
            <a:off x="3253562" y="365125"/>
            <a:ext cx="8100237" cy="1325563"/>
          </a:xfrm>
        </p:spPr>
        <p:txBody>
          <a:bodyPr/>
          <a:lstStyle/>
          <a:p>
            <a:r>
              <a:rPr lang="zh-CN" altLang="en-US" dirty="0"/>
              <a:t>练习</a:t>
            </a:r>
          </a:p>
        </p:txBody>
      </p:sp>
      <p:sp>
        <p:nvSpPr>
          <p:cNvPr id="4" name="内容占位符 2">
            <a:extLst>
              <a:ext uri="{FF2B5EF4-FFF2-40B4-BE49-F238E27FC236}">
                <a16:creationId xmlns:a16="http://schemas.microsoft.com/office/drawing/2014/main" id="{68C7F034-BC98-8240-671D-A380B48A6683}"/>
              </a:ext>
            </a:extLst>
          </p:cNvPr>
          <p:cNvSpPr txBox="1">
            <a:spLocks/>
          </p:cNvSpPr>
          <p:nvPr/>
        </p:nvSpPr>
        <p:spPr>
          <a:xfrm>
            <a:off x="3253562" y="1825625"/>
            <a:ext cx="8100237"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a:p>
            <a:r>
              <a:rPr lang="zh-CN" altLang="en-US" dirty="0"/>
              <a:t>洛谷</a:t>
            </a:r>
            <a:r>
              <a:rPr lang="en-US" altLang="zh-CN" dirty="0"/>
              <a:t>P1659</a:t>
            </a:r>
            <a:r>
              <a:rPr lang="zh-CN" altLang="en-US" dirty="0"/>
              <a:t>，</a:t>
            </a:r>
            <a:r>
              <a:rPr lang="en-US" altLang="zh-CN" dirty="0"/>
              <a:t>P4555</a:t>
            </a:r>
          </a:p>
        </p:txBody>
      </p:sp>
    </p:spTree>
    <p:custDataLst>
      <p:tags r:id="rId1"/>
    </p:custDataLst>
    <p:extLst>
      <p:ext uri="{BB962C8B-B14F-4D97-AF65-F5344CB8AC3E}">
        <p14:creationId xmlns:p14="http://schemas.microsoft.com/office/powerpoint/2010/main" val="22205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47534" y="149500"/>
            <a:ext cx="203453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Manacher</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7" name="文本框 6">
            <a:extLst>
              <a:ext uri="{FF2B5EF4-FFF2-40B4-BE49-F238E27FC236}">
                <a16:creationId xmlns:a16="http://schemas.microsoft.com/office/drawing/2014/main" id="{86FA12B0-843F-0A6E-4CCC-0E473AFEA0CF}"/>
              </a:ext>
            </a:extLst>
          </p:cNvPr>
          <p:cNvSpPr txBox="1"/>
          <p:nvPr/>
        </p:nvSpPr>
        <p:spPr>
          <a:xfrm>
            <a:off x="3505200" y="588818"/>
            <a:ext cx="3647152" cy="369332"/>
          </a:xfrm>
          <a:prstGeom prst="rect">
            <a:avLst/>
          </a:prstGeom>
          <a:noFill/>
        </p:spPr>
        <p:txBody>
          <a:bodyPr wrap="none" rtlCol="0">
            <a:spAutoFit/>
          </a:bodyPr>
          <a:lstStyle/>
          <a:p>
            <a:pPr algn="l"/>
            <a:r>
              <a:rPr lang="zh-CN" altLang="en-US" dirty="0"/>
              <a:t>回文树：求所有回文串（可动态）</a:t>
            </a:r>
          </a:p>
        </p:txBody>
      </p:sp>
      <p:sp>
        <p:nvSpPr>
          <p:cNvPr id="8" name="文本框 7">
            <a:extLst>
              <a:ext uri="{FF2B5EF4-FFF2-40B4-BE49-F238E27FC236}">
                <a16:creationId xmlns:a16="http://schemas.microsoft.com/office/drawing/2014/main" id="{06B6607A-5FAE-828C-4D07-67DBD8644E4A}"/>
              </a:ext>
            </a:extLst>
          </p:cNvPr>
          <p:cNvSpPr txBox="1"/>
          <p:nvPr/>
        </p:nvSpPr>
        <p:spPr>
          <a:xfrm>
            <a:off x="3754582" y="2556164"/>
            <a:ext cx="4378122" cy="646331"/>
          </a:xfrm>
          <a:prstGeom prst="rect">
            <a:avLst/>
          </a:prstGeom>
          <a:noFill/>
        </p:spPr>
        <p:txBody>
          <a:bodyPr wrap="none" rtlCol="0">
            <a:spAutoFit/>
          </a:bodyPr>
          <a:lstStyle/>
          <a:p>
            <a:pPr algn="l"/>
            <a:r>
              <a:rPr lang="zh-CN" altLang="en-US" dirty="0"/>
              <a:t>模板：</a:t>
            </a:r>
            <a:r>
              <a:rPr lang="en-US" altLang="zh-CN" dirty="0"/>
              <a:t>hdu5421</a:t>
            </a:r>
          </a:p>
          <a:p>
            <a:pPr algn="l"/>
            <a:r>
              <a:rPr lang="zh-CN" altLang="en-US" dirty="0"/>
              <a:t>练习：洛谷</a:t>
            </a:r>
            <a:r>
              <a:rPr lang="en-US" altLang="zh-CN" dirty="0"/>
              <a:t>P5496</a:t>
            </a:r>
            <a:r>
              <a:rPr lang="zh-CN" altLang="en-US" dirty="0"/>
              <a:t>，</a:t>
            </a:r>
            <a:r>
              <a:rPr lang="en-US" altLang="zh-CN" dirty="0"/>
              <a:t>P3649</a:t>
            </a:r>
            <a:r>
              <a:rPr lang="zh-CN" altLang="en-US" dirty="0"/>
              <a:t>，</a:t>
            </a:r>
            <a:r>
              <a:rPr lang="en-US" altLang="zh-CN" dirty="0"/>
              <a:t>P4287</a:t>
            </a:r>
            <a:r>
              <a:rPr lang="zh-CN" altLang="en-US" dirty="0"/>
              <a:t>，</a:t>
            </a:r>
            <a:r>
              <a:rPr lang="en-US" altLang="zh-CN" dirty="0"/>
              <a:t>P4762</a:t>
            </a:r>
            <a:endParaRPr lang="zh-CN" altLang="en-US" dirty="0"/>
          </a:p>
        </p:txBody>
      </p:sp>
    </p:spTree>
    <p:custDataLst>
      <p:tags r:id="rId1"/>
    </p:custDataLst>
    <p:extLst>
      <p:ext uri="{BB962C8B-B14F-4D97-AF65-F5344CB8AC3E}">
        <p14:creationId xmlns:p14="http://schemas.microsoft.com/office/powerpoint/2010/main" val="3556084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graphicFrame>
        <p:nvGraphicFramePr>
          <p:cNvPr id="3" name="对象 2">
            <a:extLst>
              <a:ext uri="{FF2B5EF4-FFF2-40B4-BE49-F238E27FC236}">
                <a16:creationId xmlns:a16="http://schemas.microsoft.com/office/drawing/2014/main" id="{C435ACAB-B40F-0138-0D5C-39187D95B970}"/>
              </a:ext>
            </a:extLst>
          </p:cNvPr>
          <p:cNvGraphicFramePr/>
          <p:nvPr>
            <p:extLst>
              <p:ext uri="{D42A27DB-BD31-4B8C-83A1-F6EECF244321}">
                <p14:modId xmlns:p14="http://schemas.microsoft.com/office/powerpoint/2010/main" val="669579699"/>
              </p:ext>
            </p:extLst>
          </p:nvPr>
        </p:nvGraphicFramePr>
        <p:xfrm>
          <a:off x="8316262" y="2902880"/>
          <a:ext cx="1797244" cy="2861945"/>
        </p:xfrm>
        <a:graphic>
          <a:graphicData uri="http://schemas.openxmlformats.org/presentationml/2006/ole">
            <mc:AlternateContent xmlns:mc="http://schemas.openxmlformats.org/markup-compatibility/2006">
              <mc:Choice xmlns:v="urn:schemas-microsoft-com:vml" Requires="v">
                <p:oleObj r:id="rId3" imgW="3429000" imgH="4286250" progId="Paint.Picture">
                  <p:embed/>
                </p:oleObj>
              </mc:Choice>
              <mc:Fallback>
                <p:oleObj r:id="rId3" imgW="3429000" imgH="4286250" progId="Paint.Picture">
                  <p:embed/>
                  <p:pic>
                    <p:nvPicPr>
                      <p:cNvPr id="4" name="对象 3"/>
                      <p:cNvPicPr/>
                      <p:nvPr/>
                    </p:nvPicPr>
                    <p:blipFill>
                      <a:blip r:embed="rId4"/>
                      <a:stretch>
                        <a:fillRect/>
                      </a:stretch>
                    </p:blipFill>
                    <p:spPr>
                      <a:xfrm>
                        <a:off x="8316262" y="2902880"/>
                        <a:ext cx="1797244" cy="2861945"/>
                      </a:xfrm>
                      <a:prstGeom prst="rect">
                        <a:avLst/>
                      </a:prstGeom>
                    </p:spPr>
                  </p:pic>
                </p:oleObj>
              </mc:Fallback>
            </mc:AlternateContent>
          </a:graphicData>
        </a:graphic>
      </p:graphicFrame>
      <p:sp>
        <p:nvSpPr>
          <p:cNvPr id="4" name="标题 1">
            <a:extLst>
              <a:ext uri="{FF2B5EF4-FFF2-40B4-BE49-F238E27FC236}">
                <a16:creationId xmlns:a16="http://schemas.microsoft.com/office/drawing/2014/main" id="{3C4EA261-3B7A-4FBF-C134-1D4589CD09CB}"/>
              </a:ext>
            </a:extLst>
          </p:cNvPr>
          <p:cNvSpPr>
            <a:spLocks noGrp="1"/>
          </p:cNvSpPr>
          <p:nvPr>
            <p:ph type="title"/>
          </p:nvPr>
        </p:nvSpPr>
        <p:spPr>
          <a:xfrm>
            <a:off x="2977116" y="365125"/>
            <a:ext cx="8376684" cy="1325563"/>
          </a:xfrm>
        </p:spPr>
        <p:txBody>
          <a:bodyPr/>
          <a:lstStyle/>
          <a:p>
            <a:r>
              <a:rPr lang="zh-CN" altLang="en-US" sz="2000" b="0" dirty="0">
                <a:solidFill>
                  <a:schemeClr val="tx1">
                    <a:lumMod val="65000"/>
                    <a:lumOff val="35000"/>
                  </a:schemeClr>
                </a:solidFill>
                <a:latin typeface="+mn-lt"/>
                <a:ea typeface="+mn-ea"/>
                <a:cs typeface="+mn-cs"/>
              </a:rPr>
              <a:t>字典树</a:t>
            </a:r>
            <a:r>
              <a:rPr lang="en-US" altLang="zh-CN" sz="2000" b="0" dirty="0" err="1">
                <a:solidFill>
                  <a:schemeClr val="tx1">
                    <a:lumMod val="65000"/>
                    <a:lumOff val="35000"/>
                  </a:schemeClr>
                </a:solidFill>
                <a:latin typeface="+mn-lt"/>
                <a:ea typeface="+mn-ea"/>
                <a:cs typeface="+mn-cs"/>
              </a:rPr>
              <a:t>Trie</a:t>
            </a:r>
            <a:endParaRPr lang="en-US" altLang="zh-CN" sz="2000" b="0" dirty="0">
              <a:solidFill>
                <a:schemeClr val="tx1">
                  <a:lumMod val="65000"/>
                  <a:lumOff val="35000"/>
                </a:schemeClr>
              </a:solidFill>
              <a:latin typeface="+mn-lt"/>
              <a:ea typeface="+mn-ea"/>
              <a:cs typeface="+mn-cs"/>
            </a:endParaRPr>
          </a:p>
        </p:txBody>
      </p:sp>
      <p:sp>
        <p:nvSpPr>
          <p:cNvPr id="5" name="内容占位符 2">
            <a:extLst>
              <a:ext uri="{FF2B5EF4-FFF2-40B4-BE49-F238E27FC236}">
                <a16:creationId xmlns:a16="http://schemas.microsoft.com/office/drawing/2014/main" id="{10707374-13FD-EB36-B1A6-058BAFC309EF}"/>
              </a:ext>
            </a:extLst>
          </p:cNvPr>
          <p:cNvSpPr txBox="1">
            <a:spLocks/>
          </p:cNvSpPr>
          <p:nvPr/>
        </p:nvSpPr>
        <p:spPr>
          <a:xfrm>
            <a:off x="2977116" y="1252855"/>
            <a:ext cx="8376684"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US" altLang="zh-CN" dirty="0"/>
              <a:t>	</a:t>
            </a:r>
            <a:r>
              <a:rPr lang="zh-CN" altLang="en-US" dirty="0"/>
              <a:t>若我们把一串字符建成一个树，那么其中的每个字符都会有一定的父子关系，所以我们对多个字符串进行建树操作时，将公共部分合并在一起，当不同时，便进行</a:t>
            </a:r>
            <a:r>
              <a:rPr lang="en-US" altLang="zh-CN" dirty="0"/>
              <a:t>“</a:t>
            </a:r>
            <a:r>
              <a:rPr lang="zh-CN" altLang="en-US" dirty="0"/>
              <a:t>分叉</a:t>
            </a:r>
            <a:r>
              <a:rPr lang="en-US" altLang="zh-CN" dirty="0"/>
              <a:t>”</a:t>
            </a:r>
          </a:p>
          <a:p>
            <a:pPr lvl="1"/>
            <a:endParaRPr lang="zh-CN" altLang="en-US" dirty="0"/>
          </a:p>
          <a:p>
            <a:pPr lvl="1"/>
            <a:r>
              <a:rPr lang="zh-CN" altLang="en-US" dirty="0"/>
              <a:t>如图：这是对  </a:t>
            </a:r>
            <a:r>
              <a:rPr lang="en-US" altLang="zh-CN" dirty="0" err="1"/>
              <a:t>abcd</a:t>
            </a:r>
            <a:r>
              <a:rPr lang="en-US" altLang="zh-CN" dirty="0"/>
              <a:t> </a:t>
            </a:r>
            <a:r>
              <a:rPr lang="zh-CN" altLang="en-US" dirty="0"/>
              <a:t>、</a:t>
            </a:r>
            <a:r>
              <a:rPr lang="en-US" altLang="zh-CN" dirty="0" err="1"/>
              <a:t>abce</a:t>
            </a:r>
            <a:r>
              <a:rPr lang="zh-CN" altLang="zh-CN" dirty="0"/>
              <a:t>和</a:t>
            </a:r>
            <a:r>
              <a:rPr lang="en-US" altLang="zh-CN" dirty="0" err="1"/>
              <a:t>cb</a:t>
            </a:r>
            <a:endParaRPr lang="en-US" altLang="zh-CN" dirty="0"/>
          </a:p>
          <a:p>
            <a:pPr lvl="1"/>
            <a:r>
              <a:rPr lang="zh-CN" altLang="en-US" dirty="0"/>
              <a:t>插入后的树</a:t>
            </a:r>
          </a:p>
        </p:txBody>
      </p:sp>
    </p:spTree>
    <p:custDataLst>
      <p:tags r:id="rId1"/>
    </p:custDataLst>
    <p:extLst>
      <p:ext uri="{BB962C8B-B14F-4D97-AF65-F5344CB8AC3E}">
        <p14:creationId xmlns:p14="http://schemas.microsoft.com/office/powerpoint/2010/main" val="899664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8" name="内容占位符 2">
            <a:extLst>
              <a:ext uri="{FF2B5EF4-FFF2-40B4-BE49-F238E27FC236}">
                <a16:creationId xmlns:a16="http://schemas.microsoft.com/office/drawing/2014/main" id="{D96759EC-7839-9922-268E-2CEAEC796760}"/>
              </a:ext>
            </a:extLst>
          </p:cNvPr>
          <p:cNvSpPr txBox="1">
            <a:spLocks/>
          </p:cNvSpPr>
          <p:nvPr/>
        </p:nvSpPr>
        <p:spPr>
          <a:xfrm>
            <a:off x="3395329" y="295201"/>
            <a:ext cx="8164033"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a:t>	</a:t>
            </a:r>
            <a:r>
              <a:rPr lang="zh-CN" altLang="en-US"/>
              <a:t>如果我们再想在树中插入</a:t>
            </a:r>
            <a:r>
              <a:rPr lang="en-US" altLang="zh-CN"/>
              <a:t>abcefgh</a:t>
            </a:r>
            <a:r>
              <a:rPr lang="zh-CN" altLang="en-US"/>
              <a:t>，因为书中已有</a:t>
            </a:r>
            <a:r>
              <a:rPr lang="en-US" altLang="zh-CN"/>
              <a:t>abce</a:t>
            </a:r>
            <a:r>
              <a:rPr lang="zh-CN" altLang="en-US"/>
              <a:t>，这与</a:t>
            </a:r>
            <a:r>
              <a:rPr lang="en-US" altLang="zh-CN"/>
              <a:t>abcefgh</a:t>
            </a:r>
            <a:r>
              <a:rPr lang="zh-CN" altLang="en-US"/>
              <a:t>的前缀相同，所以我们便从</a:t>
            </a:r>
            <a:r>
              <a:rPr lang="en-US" altLang="zh-CN"/>
              <a:t>e</a:t>
            </a:r>
            <a:r>
              <a:rPr lang="zh-CN" altLang="en-US"/>
              <a:t>开始，往下建树，建后如图：</a:t>
            </a:r>
          </a:p>
        </p:txBody>
      </p:sp>
      <p:graphicFrame>
        <p:nvGraphicFramePr>
          <p:cNvPr id="9" name="对象 8">
            <a:extLst>
              <a:ext uri="{FF2B5EF4-FFF2-40B4-BE49-F238E27FC236}">
                <a16:creationId xmlns:a16="http://schemas.microsoft.com/office/drawing/2014/main" id="{3CB53267-E953-180A-53F7-F1231E94855C}"/>
              </a:ext>
            </a:extLst>
          </p:cNvPr>
          <p:cNvGraphicFramePr/>
          <p:nvPr>
            <p:extLst>
              <p:ext uri="{D42A27DB-BD31-4B8C-83A1-F6EECF244321}">
                <p14:modId xmlns:p14="http://schemas.microsoft.com/office/powerpoint/2010/main" val="3104351341"/>
              </p:ext>
            </p:extLst>
          </p:nvPr>
        </p:nvGraphicFramePr>
        <p:xfrm>
          <a:off x="7042366" y="1603936"/>
          <a:ext cx="1895081" cy="3879215"/>
        </p:xfrm>
        <a:graphic>
          <a:graphicData uri="http://schemas.openxmlformats.org/presentationml/2006/ole">
            <mc:AlternateContent xmlns:mc="http://schemas.openxmlformats.org/markup-compatibility/2006">
              <mc:Choice xmlns:v="urn:schemas-microsoft-com:vml" Requires="v">
                <p:oleObj r:id="rId3" imgW="3781425" imgH="6572250" progId="Paint.Picture">
                  <p:embed/>
                </p:oleObj>
              </mc:Choice>
              <mc:Fallback>
                <p:oleObj r:id="rId3" imgW="3781425" imgH="6572250" progId="Paint.Picture">
                  <p:embed/>
                  <p:pic>
                    <p:nvPicPr>
                      <p:cNvPr id="4" name="对象 3"/>
                      <p:cNvPicPr/>
                      <p:nvPr/>
                    </p:nvPicPr>
                    <p:blipFill>
                      <a:blip r:embed="rId4"/>
                      <a:stretch>
                        <a:fillRect/>
                      </a:stretch>
                    </p:blipFill>
                    <p:spPr>
                      <a:xfrm>
                        <a:off x="7042366" y="1603936"/>
                        <a:ext cx="1895081" cy="387921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4085DF3-0601-B46B-94B4-EC7A62AE1225}"/>
              </a:ext>
            </a:extLst>
          </p:cNvPr>
          <p:cNvGraphicFramePr/>
          <p:nvPr>
            <p:extLst>
              <p:ext uri="{D42A27DB-BD31-4B8C-83A1-F6EECF244321}">
                <p14:modId xmlns:p14="http://schemas.microsoft.com/office/powerpoint/2010/main" val="2825819962"/>
              </p:ext>
            </p:extLst>
          </p:nvPr>
        </p:nvGraphicFramePr>
        <p:xfrm>
          <a:off x="3395329" y="2355303"/>
          <a:ext cx="1751619" cy="2861945"/>
        </p:xfrm>
        <a:graphic>
          <a:graphicData uri="http://schemas.openxmlformats.org/presentationml/2006/ole">
            <mc:AlternateContent xmlns:mc="http://schemas.openxmlformats.org/markup-compatibility/2006">
              <mc:Choice xmlns:v="urn:schemas-microsoft-com:vml" Requires="v">
                <p:oleObj r:id="rId5" imgW="3429000" imgH="4286250" progId="Paint.Picture">
                  <p:embed/>
                </p:oleObj>
              </mc:Choice>
              <mc:Fallback>
                <p:oleObj r:id="rId5" imgW="3429000" imgH="4286250" progId="Paint.Picture">
                  <p:embed/>
                  <p:pic>
                    <p:nvPicPr>
                      <p:cNvPr id="2" name="对象 1"/>
                      <p:cNvPicPr/>
                      <p:nvPr/>
                    </p:nvPicPr>
                    <p:blipFill>
                      <a:blip r:embed="rId6"/>
                      <a:stretch>
                        <a:fillRect/>
                      </a:stretch>
                    </p:blipFill>
                    <p:spPr>
                      <a:xfrm>
                        <a:off x="3395329" y="2355303"/>
                        <a:ext cx="1751619" cy="2861945"/>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FB4E70F8-F9B6-502D-6850-D1D3D408DD11}"/>
              </a:ext>
            </a:extLst>
          </p:cNvPr>
          <p:cNvSpPr txBox="1"/>
          <p:nvPr/>
        </p:nvSpPr>
        <p:spPr>
          <a:xfrm>
            <a:off x="5224069" y="2783766"/>
            <a:ext cx="1109244" cy="1106805"/>
          </a:xfrm>
          <a:prstGeom prst="rect">
            <a:avLst/>
          </a:prstGeom>
          <a:noFill/>
        </p:spPr>
        <p:txBody>
          <a:bodyPr wrap="square" rtlCol="0" anchor="t">
            <a:spAutoFit/>
          </a:bodyPr>
          <a:lstStyle/>
          <a:p>
            <a:r>
              <a:rPr lang="zh-CN" altLang="en-US" sz="6600">
                <a:latin typeface="Arial" panose="020B0604020202020204" pitchFamily="34" charset="0"/>
                <a:cs typeface="Arial" panose="020B0604020202020204" pitchFamily="34" charset="0"/>
              </a:rPr>
              <a:t>→</a:t>
            </a:r>
          </a:p>
        </p:txBody>
      </p:sp>
    </p:spTree>
    <p:custDataLst>
      <p:tags r:id="rId1"/>
    </p:custDataLst>
    <p:extLst>
      <p:ext uri="{BB962C8B-B14F-4D97-AF65-F5344CB8AC3E}">
        <p14:creationId xmlns:p14="http://schemas.microsoft.com/office/powerpoint/2010/main" val="2010555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内容占位符 2">
            <a:extLst>
              <a:ext uri="{FF2B5EF4-FFF2-40B4-BE49-F238E27FC236}">
                <a16:creationId xmlns:a16="http://schemas.microsoft.com/office/drawing/2014/main" id="{8C33BCCE-4D3F-BC65-65D7-1C3845691495}"/>
              </a:ext>
            </a:extLst>
          </p:cNvPr>
          <p:cNvSpPr txBox="1">
            <a:spLocks/>
          </p:cNvSpPr>
          <p:nvPr/>
        </p:nvSpPr>
        <p:spPr>
          <a:xfrm>
            <a:off x="3118883" y="1145142"/>
            <a:ext cx="8545239" cy="4351655"/>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a:t>	</a:t>
            </a:r>
            <a:r>
              <a:rPr lang="zh-CN" altLang="en-US"/>
              <a:t>为了判断是否存在字符串，我们在树上插入字符后在其结尾处打上标记。（</a:t>
            </a:r>
            <a:r>
              <a:rPr lang="en-US" altLang="zh-CN"/>
              <a:t>p[i] = 1)</a:t>
            </a:r>
            <a:endParaRPr lang="zh-CN" altLang="en-US"/>
          </a:p>
          <a:p>
            <a:pPr marL="0" indent="0">
              <a:buFont typeface="Arial" panose="020B0604020202020204" pitchFamily="34" charset="0"/>
              <a:buNone/>
            </a:pPr>
            <a:r>
              <a:rPr lang="en-US" altLang="zh-CN"/>
              <a:t>	</a:t>
            </a:r>
            <a:r>
              <a:rPr lang="zh-CN" altLang="en-US"/>
              <a:t>如果想删除已插入的字符串，只需将其结尾标记删除（</a:t>
            </a:r>
            <a:r>
              <a:rPr lang="en-US" altLang="zh-CN"/>
              <a:t>p[i] = 0)</a:t>
            </a:r>
            <a:endParaRPr lang="zh-CN" altLang="en-US"/>
          </a:p>
          <a:p>
            <a:pPr marL="0" indent="0">
              <a:buFont typeface="Arial" panose="020B0604020202020204" pitchFamily="34" charset="0"/>
              <a:buNone/>
            </a:pPr>
            <a:r>
              <a:rPr lang="en-US" altLang="zh-CN"/>
              <a:t>	</a:t>
            </a:r>
            <a:r>
              <a:rPr lang="zh-CN" altLang="en-US"/>
              <a:t>若想询问，便从树根一个一个往下查询。</a:t>
            </a:r>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r>
              <a:rPr lang="zh-CN" altLang="en-US"/>
              <a:t>这样</a:t>
            </a:r>
            <a:r>
              <a:rPr lang="en-US" altLang="zh-CN"/>
              <a:t>Trie</a:t>
            </a:r>
            <a:r>
              <a:rPr lang="zh-CN" altLang="en-US"/>
              <a:t>的基本操作就完成了。</a:t>
            </a:r>
          </a:p>
        </p:txBody>
      </p:sp>
    </p:spTree>
    <p:custDataLst>
      <p:tags r:id="rId1"/>
    </p:custDataLst>
    <p:extLst>
      <p:ext uri="{BB962C8B-B14F-4D97-AF65-F5344CB8AC3E}">
        <p14:creationId xmlns:p14="http://schemas.microsoft.com/office/powerpoint/2010/main" val="3371303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4" name="文本框 3">
            <a:extLst>
              <a:ext uri="{FF2B5EF4-FFF2-40B4-BE49-F238E27FC236}">
                <a16:creationId xmlns:a16="http://schemas.microsoft.com/office/drawing/2014/main" id="{BF4AF434-80C2-A7DB-4919-E9631D54AA8F}"/>
              </a:ext>
            </a:extLst>
          </p:cNvPr>
          <p:cNvSpPr txBox="1"/>
          <p:nvPr/>
        </p:nvSpPr>
        <p:spPr>
          <a:xfrm>
            <a:off x="3276600" y="470242"/>
            <a:ext cx="877163" cy="369332"/>
          </a:xfrm>
          <a:prstGeom prst="rect">
            <a:avLst/>
          </a:prstGeom>
          <a:noFill/>
        </p:spPr>
        <p:txBody>
          <a:bodyPr wrap="none" rtlCol="0">
            <a:spAutoFit/>
          </a:bodyPr>
          <a:lstStyle/>
          <a:p>
            <a:pPr algn="l"/>
            <a:r>
              <a:rPr lang="zh-CN" altLang="en-US" dirty="0"/>
              <a:t>模板题</a:t>
            </a:r>
          </a:p>
        </p:txBody>
      </p:sp>
      <p:pic>
        <p:nvPicPr>
          <p:cNvPr id="5" name="图片 4">
            <a:extLst>
              <a:ext uri="{FF2B5EF4-FFF2-40B4-BE49-F238E27FC236}">
                <a16:creationId xmlns:a16="http://schemas.microsoft.com/office/drawing/2014/main" id="{E19C7219-5791-3E6B-FF66-BD64F52CABF9}"/>
              </a:ext>
            </a:extLst>
          </p:cNvPr>
          <p:cNvPicPr>
            <a:picLocks noChangeAspect="1"/>
          </p:cNvPicPr>
          <p:nvPr/>
        </p:nvPicPr>
        <p:blipFill>
          <a:blip r:embed="rId3"/>
          <a:stretch>
            <a:fillRect/>
          </a:stretch>
        </p:blipFill>
        <p:spPr>
          <a:xfrm>
            <a:off x="6804477" y="44276"/>
            <a:ext cx="4845299" cy="6769448"/>
          </a:xfrm>
          <a:prstGeom prst="rect">
            <a:avLst/>
          </a:prstGeom>
        </p:spPr>
      </p:pic>
      <p:sp>
        <p:nvSpPr>
          <p:cNvPr id="6" name="文本框 5">
            <a:extLst>
              <a:ext uri="{FF2B5EF4-FFF2-40B4-BE49-F238E27FC236}">
                <a16:creationId xmlns:a16="http://schemas.microsoft.com/office/drawing/2014/main" id="{AC88A167-37E3-82E1-8E85-1B7A15D7DE0D}"/>
              </a:ext>
            </a:extLst>
          </p:cNvPr>
          <p:cNvSpPr txBox="1"/>
          <p:nvPr/>
        </p:nvSpPr>
        <p:spPr>
          <a:xfrm>
            <a:off x="3276600" y="1801091"/>
            <a:ext cx="1233030" cy="369332"/>
          </a:xfrm>
          <a:prstGeom prst="rect">
            <a:avLst/>
          </a:prstGeom>
          <a:noFill/>
        </p:spPr>
        <p:txBody>
          <a:bodyPr wrap="none" rtlCol="0">
            <a:spAutoFit/>
          </a:bodyPr>
          <a:lstStyle/>
          <a:p>
            <a:pPr algn="l"/>
            <a:r>
              <a:rPr lang="zh-CN" altLang="en-US" dirty="0"/>
              <a:t>洛谷</a:t>
            </a:r>
            <a:r>
              <a:rPr lang="en-US" altLang="zh-CN" dirty="0"/>
              <a:t>P2580</a:t>
            </a:r>
            <a:endParaRPr lang="zh-CN" altLang="en-US" dirty="0"/>
          </a:p>
        </p:txBody>
      </p:sp>
    </p:spTree>
    <p:custDataLst>
      <p:tags r:id="rId1"/>
    </p:custDataLst>
    <p:extLst>
      <p:ext uri="{BB962C8B-B14F-4D97-AF65-F5344CB8AC3E}">
        <p14:creationId xmlns:p14="http://schemas.microsoft.com/office/powerpoint/2010/main" val="795359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标题 1">
            <a:extLst>
              <a:ext uri="{FF2B5EF4-FFF2-40B4-BE49-F238E27FC236}">
                <a16:creationId xmlns:a16="http://schemas.microsoft.com/office/drawing/2014/main" id="{EEB56288-146A-6324-96FB-087E3C73A2EC}"/>
              </a:ext>
            </a:extLst>
          </p:cNvPr>
          <p:cNvSpPr>
            <a:spLocks noGrp="1"/>
          </p:cNvSpPr>
          <p:nvPr>
            <p:ph type="title"/>
          </p:nvPr>
        </p:nvSpPr>
        <p:spPr>
          <a:xfrm>
            <a:off x="3118884" y="365125"/>
            <a:ext cx="8234916" cy="1325563"/>
          </a:xfrm>
        </p:spPr>
        <p:txBody>
          <a:bodyPr/>
          <a:lstStyle/>
          <a:p>
            <a:r>
              <a:rPr lang="en-US" altLang="zh-CN" sz="2000" b="0" dirty="0">
                <a:latin typeface="+mn-lt"/>
                <a:ea typeface="+mn-ea"/>
                <a:cs typeface="+mn-cs"/>
              </a:rPr>
              <a:t>Phone list</a:t>
            </a:r>
            <a:r>
              <a:rPr lang="zh-CN" altLang="en-US" sz="2000" b="0" dirty="0">
                <a:latin typeface="+mn-lt"/>
                <a:ea typeface="+mn-ea"/>
                <a:cs typeface="+mn-cs"/>
              </a:rPr>
              <a:t>（UVA11362 ）</a:t>
            </a:r>
          </a:p>
        </p:txBody>
      </p:sp>
      <p:sp>
        <p:nvSpPr>
          <p:cNvPr id="4" name="内容占位符 2">
            <a:extLst>
              <a:ext uri="{FF2B5EF4-FFF2-40B4-BE49-F238E27FC236}">
                <a16:creationId xmlns:a16="http://schemas.microsoft.com/office/drawing/2014/main" id="{BA3131A9-BA20-E798-E6B7-2EB504672C4E}"/>
              </a:ext>
            </a:extLst>
          </p:cNvPr>
          <p:cNvSpPr txBox="1">
            <a:spLocks/>
          </p:cNvSpPr>
          <p:nvPr/>
        </p:nvSpPr>
        <p:spPr>
          <a:xfrm>
            <a:off x="3118884" y="1825625"/>
            <a:ext cx="8234916" cy="4351338"/>
          </a:xfrm>
          <a:prstGeom prst="rect">
            <a:avLst/>
          </a:prstGeom>
        </p:spPr>
        <p:txBody>
          <a:bodyPr>
            <a:normAutofit fontScale="850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         </a:t>
            </a:r>
            <a:r>
              <a:rPr lang="zh-CN" altLang="en-US" dirty="0"/>
              <a:t>共</a:t>
            </a:r>
            <a:r>
              <a:rPr lang="en-US" altLang="zh-CN" dirty="0"/>
              <a:t>t</a:t>
            </a:r>
            <a:r>
              <a:rPr lang="zh-CN" altLang="en-US" dirty="0"/>
              <a:t>组数据，每组数据给定一个</a:t>
            </a:r>
            <a:r>
              <a:rPr lang="en-US" altLang="zh-CN" dirty="0"/>
              <a:t>n</a:t>
            </a:r>
            <a:r>
              <a:rPr lang="zh-CN" altLang="en-US" dirty="0"/>
              <a:t>，然后给定n个长度不超过10的数字串，判断是否有两个字符串A和B,满足A是B的前缀，若有，输出NO，若没有输出YES</a:t>
            </a:r>
          </a:p>
          <a:p>
            <a:pPr marL="0" indent="0">
              <a:buFont typeface="Arial" panose="020B0604020202020204" pitchFamily="34" charset="0"/>
              <a:buNone/>
            </a:pPr>
            <a:r>
              <a:rPr lang="zh-CN" altLang="en-US" dirty="0"/>
              <a:t>样例</a:t>
            </a:r>
            <a:r>
              <a:rPr lang="en-US" altLang="zh-CN" dirty="0"/>
              <a:t>: 2</a:t>
            </a:r>
          </a:p>
          <a:p>
            <a:pPr marL="0" indent="0">
              <a:buFont typeface="Arial" panose="020B0604020202020204" pitchFamily="34" charset="0"/>
              <a:buNone/>
            </a:pPr>
            <a:r>
              <a:rPr lang="en-US" altLang="zh-CN" dirty="0"/>
              <a:t>	3</a:t>
            </a:r>
          </a:p>
          <a:p>
            <a:pPr marL="0" indent="0">
              <a:buFont typeface="Arial" panose="020B0604020202020204" pitchFamily="34" charset="0"/>
              <a:buNone/>
            </a:pPr>
            <a:r>
              <a:rPr lang="en-US" altLang="zh-CN" dirty="0"/>
              <a:t>	911   97625999   91125426</a:t>
            </a:r>
          </a:p>
          <a:p>
            <a:pPr marL="0" indent="0">
              <a:buFont typeface="Arial" panose="020B0604020202020204" pitchFamily="34" charset="0"/>
              <a:buNone/>
            </a:pPr>
            <a:r>
              <a:rPr lang="en-US" altLang="zh-CN" dirty="0"/>
              <a:t>	5</a:t>
            </a:r>
          </a:p>
          <a:p>
            <a:pPr marL="0" indent="0">
              <a:buFont typeface="Arial" panose="020B0604020202020204" pitchFamily="34" charset="0"/>
              <a:buNone/>
            </a:pPr>
            <a:r>
              <a:rPr lang="en-US" altLang="zh-CN" dirty="0"/>
              <a:t>	113   12340  123440   12345  98346</a:t>
            </a:r>
          </a:p>
          <a:p>
            <a:pPr marL="0" indent="0">
              <a:buFont typeface="Arial" panose="020B0604020202020204" pitchFamily="34" charset="0"/>
              <a:buNone/>
            </a:pPr>
            <a:r>
              <a:rPr lang="zh-CN" altLang="en-US" dirty="0"/>
              <a:t>输出：</a:t>
            </a:r>
            <a:r>
              <a:rPr lang="en-US" altLang="zh-CN" dirty="0"/>
              <a:t>NO</a:t>
            </a:r>
          </a:p>
          <a:p>
            <a:pPr marL="0" indent="0">
              <a:buFont typeface="Arial" panose="020B0604020202020204" pitchFamily="34" charset="0"/>
              <a:buNone/>
            </a:pPr>
            <a:r>
              <a:rPr lang="en-US" altLang="zh-CN" dirty="0"/>
              <a:t>	  YES</a:t>
            </a:r>
          </a:p>
        </p:txBody>
      </p:sp>
    </p:spTree>
    <p:custDataLst>
      <p:tags r:id="rId1"/>
    </p:custDataLst>
    <p:extLst>
      <p:ext uri="{BB962C8B-B14F-4D97-AF65-F5344CB8AC3E}">
        <p14:creationId xmlns:p14="http://schemas.microsoft.com/office/powerpoint/2010/main" val="519265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内容占位符 2">
            <a:extLst>
              <a:ext uri="{FF2B5EF4-FFF2-40B4-BE49-F238E27FC236}">
                <a16:creationId xmlns:a16="http://schemas.microsoft.com/office/drawing/2014/main" id="{4DC4138B-B4D7-B159-BCCF-032BF2DCC675}"/>
              </a:ext>
            </a:extLst>
          </p:cNvPr>
          <p:cNvSpPr txBox="1">
            <a:spLocks/>
          </p:cNvSpPr>
          <p:nvPr/>
        </p:nvSpPr>
        <p:spPr>
          <a:xfrm>
            <a:off x="3118884" y="1003374"/>
            <a:ext cx="8086060"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这题主要的思路是讲每组数据的字符串们建成一个</a:t>
            </a:r>
            <a:r>
              <a:rPr lang="en-US" altLang="zh-CN"/>
              <a:t>Trie</a:t>
            </a:r>
            <a:r>
              <a:rPr lang="zh-CN" altLang="en-US"/>
              <a:t>树，然后两两相互查找，当然这种朴素的做法可能会</a:t>
            </a:r>
            <a:r>
              <a:rPr lang="en-US" altLang="zh-CN"/>
              <a:t>T</a:t>
            </a:r>
            <a:r>
              <a:rPr lang="zh-CN" altLang="en-US"/>
              <a:t>掉，所以我们在插入时便对其进行查询：</a:t>
            </a:r>
          </a:p>
          <a:p>
            <a:r>
              <a:rPr lang="zh-CN" altLang="en-US"/>
              <a:t>若我们在插入时遍历到的节点处有单词标记，那么该单词便是我们插入单词的前缀。</a:t>
            </a:r>
          </a:p>
          <a:p>
            <a:r>
              <a:rPr lang="zh-CN" altLang="en-US"/>
              <a:t>另一种情况：如果我们插入时，插入的单词插入完后，结尾仍存在子节点，那么该插入单词便是另一个单词的前缀。</a:t>
            </a:r>
          </a:p>
          <a:p>
            <a:r>
              <a:rPr lang="zh-CN" altLang="en-US"/>
              <a:t>还有一件非常重要的事：注意输出！！！！</a:t>
            </a:r>
          </a:p>
        </p:txBody>
      </p:sp>
    </p:spTree>
    <p:custDataLst>
      <p:tags r:id="rId1"/>
    </p:custDataLst>
    <p:extLst>
      <p:ext uri="{BB962C8B-B14F-4D97-AF65-F5344CB8AC3E}">
        <p14:creationId xmlns:p14="http://schemas.microsoft.com/office/powerpoint/2010/main" val="2916840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标题 1">
            <a:extLst>
              <a:ext uri="{FF2B5EF4-FFF2-40B4-BE49-F238E27FC236}">
                <a16:creationId xmlns:a16="http://schemas.microsoft.com/office/drawing/2014/main" id="{E5672FE8-961E-498D-89D5-13C39F00BA0C}"/>
              </a:ext>
            </a:extLst>
          </p:cNvPr>
          <p:cNvSpPr>
            <a:spLocks noGrp="1"/>
          </p:cNvSpPr>
          <p:nvPr>
            <p:ph type="title"/>
          </p:nvPr>
        </p:nvSpPr>
        <p:spPr>
          <a:xfrm>
            <a:off x="3934047" y="630865"/>
            <a:ext cx="7419752" cy="113354"/>
          </a:xfrm>
        </p:spPr>
        <p:txBody>
          <a:bodyPr>
            <a:normAutofit fontScale="90000"/>
          </a:bodyPr>
          <a:lstStyle/>
          <a:p>
            <a:r>
              <a:rPr lang="zh-CN" altLang="en-US" sz="1700" b="0" dirty="0">
                <a:latin typeface="+mn-lt"/>
                <a:ea typeface="+mn-ea"/>
                <a:cs typeface="+mn-cs"/>
              </a:rPr>
              <a:t>[USACO08DEC]Secret Message G</a:t>
            </a:r>
            <a:r>
              <a:rPr lang="en-US" altLang="zh-CN" sz="1700" b="0" dirty="0">
                <a:latin typeface="+mn-lt"/>
                <a:ea typeface="+mn-ea"/>
                <a:cs typeface="+mn-cs"/>
              </a:rPr>
              <a:t>(P2922)</a:t>
            </a:r>
          </a:p>
        </p:txBody>
      </p:sp>
      <p:sp>
        <p:nvSpPr>
          <p:cNvPr id="4" name="内容占位符 2">
            <a:extLst>
              <a:ext uri="{FF2B5EF4-FFF2-40B4-BE49-F238E27FC236}">
                <a16:creationId xmlns:a16="http://schemas.microsoft.com/office/drawing/2014/main" id="{07B572C5-D1A4-867E-0EF2-8F66A1421757}"/>
              </a:ext>
            </a:extLst>
          </p:cNvPr>
          <p:cNvSpPr txBox="1">
            <a:spLocks/>
          </p:cNvSpPr>
          <p:nvPr/>
        </p:nvSpPr>
        <p:spPr>
          <a:xfrm>
            <a:off x="3237206" y="1391791"/>
            <a:ext cx="8677933" cy="5343654"/>
          </a:xfrm>
          <a:prstGeom prst="rect">
            <a:avLst/>
          </a:prstGeom>
        </p:spPr>
        <p:txBody>
          <a:bodyPr>
            <a:normAutofit fontScale="525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sz="3200" dirty="0"/>
              <a:t>贝茜正在领导奶牛们逃跑．为了联络，奶牛们互相发送秘密信息．</a:t>
            </a:r>
          </a:p>
          <a:p>
            <a:pPr marL="0" indent="0">
              <a:lnSpc>
                <a:spcPct val="120000"/>
              </a:lnSpc>
              <a:buFont typeface="Arial" panose="020B0604020202020204" pitchFamily="34" charset="0"/>
              <a:buNone/>
            </a:pPr>
            <a:r>
              <a:rPr lang="zh-CN" altLang="en-US" sz="3200" dirty="0"/>
              <a:t>信息是二进制的，共有M(1≤M≤50000)条．反间谍能力很强的约翰已经部分拦截了这些信息，知道了第i条二进制信息的前bi(l</a:t>
            </a:r>
            <a:r>
              <a:rPr lang="zh-CN" altLang="en-US" sz="3200" dirty="0">
                <a:sym typeface="+mn-ea"/>
              </a:rPr>
              <a:t>≤</a:t>
            </a:r>
            <a:r>
              <a:rPr lang="zh-CN" altLang="en-US" sz="3200" dirty="0"/>
              <a:t>bi≤10000)位．他同时知道，奶牛使用N(1≤N≤50000)条暗号</a:t>
            </a:r>
            <a:r>
              <a:rPr lang="en-US" altLang="zh-CN" sz="3200" dirty="0"/>
              <a:t>.</a:t>
            </a:r>
            <a:r>
              <a:rPr lang="zh-CN" altLang="en-US" sz="3200" dirty="0"/>
              <a:t>但是，他仅仅知道第J条暗号的前cj(1≤cj≤10000)位．</a:t>
            </a:r>
          </a:p>
          <a:p>
            <a:pPr marL="0" indent="0">
              <a:lnSpc>
                <a:spcPct val="120000"/>
              </a:lnSpc>
              <a:buFont typeface="Arial" panose="020B0604020202020204" pitchFamily="34" charset="0"/>
              <a:buNone/>
            </a:pPr>
            <a:r>
              <a:rPr lang="zh-CN" altLang="en-US" sz="3200" dirty="0"/>
              <a:t>对于每条暗号J，他想知道有多少截得的信息能够和它匹配．也就是说，有多少信息和这条暗号有着相同的前缀．当然，这个前缀长度必须等于暗号和那条信息长度的较小者．</a:t>
            </a:r>
          </a:p>
          <a:p>
            <a:pPr marL="0" indent="0">
              <a:lnSpc>
                <a:spcPct val="120000"/>
              </a:lnSpc>
              <a:buFont typeface="Arial" panose="020B0604020202020204" pitchFamily="34" charset="0"/>
              <a:buNone/>
            </a:pPr>
            <a:r>
              <a:rPr lang="zh-CN" altLang="en-US" sz="3200" dirty="0"/>
              <a:t>在输入文件中，位的总数（即∑Bi+∑Ci）不会超过500000.</a:t>
            </a:r>
            <a:endParaRPr lang="zh-CN" altLang="en-US" sz="1600" dirty="0"/>
          </a:p>
          <a:p>
            <a:pPr marL="0" indent="0">
              <a:buFont typeface="Arial" panose="020B0604020202020204" pitchFamily="34" charset="0"/>
              <a:buNone/>
            </a:pPr>
            <a:r>
              <a:rPr lang="zh-CN" altLang="en-US" sz="1600" dirty="0"/>
              <a:t>样例</a:t>
            </a:r>
            <a:r>
              <a:rPr lang="en-US" altLang="zh-CN" sz="1600" dirty="0"/>
              <a:t>:	4 5 				</a:t>
            </a:r>
            <a:r>
              <a:rPr lang="zh-CN" altLang="en-US" sz="1600" dirty="0"/>
              <a:t>输出：</a:t>
            </a:r>
            <a:r>
              <a:rPr lang="en-US" altLang="zh-CN" sz="1600" dirty="0"/>
              <a:t>	</a:t>
            </a:r>
          </a:p>
          <a:p>
            <a:pPr marL="0" indent="0">
              <a:buFont typeface="Arial" panose="020B0604020202020204" pitchFamily="34" charset="0"/>
              <a:buNone/>
            </a:pPr>
            <a:r>
              <a:rPr lang="en-US" altLang="zh-CN" sz="1600" dirty="0"/>
              <a:t>	3 0 1 0 					1</a:t>
            </a:r>
          </a:p>
          <a:p>
            <a:pPr marL="0" indent="0">
              <a:buFont typeface="Arial" panose="020B0604020202020204" pitchFamily="34" charset="0"/>
              <a:buNone/>
            </a:pPr>
            <a:r>
              <a:rPr lang="en-US" altLang="zh-CN" sz="1600" dirty="0"/>
              <a:t>	1 1					3 </a:t>
            </a:r>
          </a:p>
          <a:p>
            <a:pPr marL="0" indent="0">
              <a:buFont typeface="Arial" panose="020B0604020202020204" pitchFamily="34" charset="0"/>
              <a:buNone/>
            </a:pPr>
            <a:r>
              <a:rPr lang="en-US" altLang="zh-CN" sz="1600" dirty="0"/>
              <a:t>	3 1 0 0 					1</a:t>
            </a:r>
          </a:p>
          <a:p>
            <a:pPr marL="0" indent="0">
              <a:buFont typeface="Arial" panose="020B0604020202020204" pitchFamily="34" charset="0"/>
              <a:buNone/>
            </a:pPr>
            <a:r>
              <a:rPr lang="en-US" altLang="zh-CN" sz="1600" dirty="0"/>
              <a:t>	3 1 1 0 					1</a:t>
            </a:r>
          </a:p>
          <a:p>
            <a:pPr marL="0" indent="0">
              <a:buFont typeface="Arial" panose="020B0604020202020204" pitchFamily="34" charset="0"/>
              <a:buNone/>
            </a:pPr>
            <a:r>
              <a:rPr lang="en-US" altLang="zh-CN" sz="1600" dirty="0"/>
              <a:t>	1 0 					2</a:t>
            </a:r>
          </a:p>
          <a:p>
            <a:pPr marL="0" indent="0">
              <a:buFont typeface="Arial" panose="020B0604020202020204" pitchFamily="34" charset="0"/>
              <a:buNone/>
            </a:pPr>
            <a:r>
              <a:rPr lang="en-US" altLang="zh-CN" sz="1600" dirty="0"/>
              <a:t>	1 1 </a:t>
            </a:r>
          </a:p>
          <a:p>
            <a:pPr marL="0" indent="0">
              <a:buFont typeface="Arial" panose="020B0604020202020204" pitchFamily="34" charset="0"/>
              <a:buNone/>
            </a:pPr>
            <a:r>
              <a:rPr lang="en-US" altLang="zh-CN" sz="1600" dirty="0"/>
              <a:t>	2 0 1 </a:t>
            </a:r>
          </a:p>
          <a:p>
            <a:pPr marL="0" indent="0">
              <a:buFont typeface="Arial" panose="020B0604020202020204" pitchFamily="34" charset="0"/>
              <a:buNone/>
            </a:pPr>
            <a:r>
              <a:rPr lang="en-US" altLang="zh-CN" sz="1600" dirty="0"/>
              <a:t>	5 0 1 0 0 1 </a:t>
            </a:r>
          </a:p>
          <a:p>
            <a:pPr marL="0" indent="0">
              <a:buFont typeface="Arial" panose="020B0604020202020204" pitchFamily="34" charset="0"/>
              <a:buNone/>
            </a:pPr>
            <a:r>
              <a:rPr lang="en-US" altLang="zh-CN" sz="1600" dirty="0"/>
              <a:t>	2 1 1 </a:t>
            </a:r>
          </a:p>
        </p:txBody>
      </p:sp>
    </p:spTree>
    <p:custDataLst>
      <p:tags r:id="rId1"/>
    </p:custDataLst>
    <p:extLst>
      <p:ext uri="{BB962C8B-B14F-4D97-AF65-F5344CB8AC3E}">
        <p14:creationId xmlns:p14="http://schemas.microsoft.com/office/powerpoint/2010/main" val="3996054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内容占位符 2">
            <a:extLst>
              <a:ext uri="{FF2B5EF4-FFF2-40B4-BE49-F238E27FC236}">
                <a16:creationId xmlns:a16="http://schemas.microsoft.com/office/drawing/2014/main" id="{2DB7F1AA-4D06-26E0-7C80-E110242F601E}"/>
              </a:ext>
            </a:extLst>
          </p:cNvPr>
          <p:cNvSpPr txBox="1">
            <a:spLocks/>
          </p:cNvSpPr>
          <p:nvPr/>
        </p:nvSpPr>
        <p:spPr>
          <a:xfrm>
            <a:off x="3055088" y="492125"/>
            <a:ext cx="8298712"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a:t>	</a:t>
            </a:r>
            <a:r>
              <a:rPr lang="zh-CN" altLang="en-US"/>
              <a:t>我们将</a:t>
            </a:r>
            <a:r>
              <a:rPr lang="en-US" altLang="zh-CN"/>
              <a:t>M</a:t>
            </a:r>
            <a:r>
              <a:rPr lang="zh-CN" altLang="en-US"/>
              <a:t>条信息建一棵</a:t>
            </a:r>
            <a:r>
              <a:rPr lang="en-US" altLang="zh-CN"/>
              <a:t>Trie</a:t>
            </a:r>
            <a:r>
              <a:rPr lang="zh-CN" altLang="en-US"/>
              <a:t>树</a:t>
            </a:r>
            <a:r>
              <a:rPr lang="en-US" altLang="zh-CN"/>
              <a:t>,</a:t>
            </a:r>
            <a:r>
              <a:rPr lang="zh-CN" altLang="en-US"/>
              <a:t>建树的过程中将经过的节点的</a:t>
            </a:r>
            <a:r>
              <a:rPr lang="en-US" altLang="zh-CN"/>
              <a:t>sum[i]+1,</a:t>
            </a:r>
            <a:r>
              <a:rPr lang="zh-CN" altLang="en-US"/>
              <a:t>因为可能有重复的单词，所以将单词的结尾标记</a:t>
            </a:r>
            <a:r>
              <a:rPr lang="en-US" altLang="zh-CN"/>
              <a:t>p[i]</a:t>
            </a:r>
            <a:r>
              <a:rPr lang="zh-CN" altLang="en-US"/>
              <a:t>改为</a:t>
            </a:r>
            <a:r>
              <a:rPr lang="en-US" altLang="zh-CN"/>
              <a:t>int</a:t>
            </a:r>
            <a:r>
              <a:rPr lang="zh-CN" altLang="en-US"/>
              <a:t>型，记录以该节点为结尾的单词个数。</a:t>
            </a:r>
          </a:p>
          <a:p>
            <a:pPr marL="0" indent="0">
              <a:buFont typeface="Arial" panose="020B0604020202020204" pitchFamily="34" charset="0"/>
              <a:buNone/>
            </a:pPr>
            <a:r>
              <a:rPr lang="en-US" altLang="zh-CN"/>
              <a:t>	</a:t>
            </a:r>
            <a:r>
              <a:rPr lang="zh-CN" altLang="en-US"/>
              <a:t>然后我们将</a:t>
            </a:r>
            <a:r>
              <a:rPr lang="en-US" altLang="zh-CN"/>
              <a:t>N</a:t>
            </a:r>
            <a:r>
              <a:rPr lang="zh-CN" altLang="en-US"/>
              <a:t>条暗号在树上进行查询，用</a:t>
            </a:r>
            <a:r>
              <a:rPr lang="en-US" altLang="zh-CN"/>
              <a:t>p[i]</a:t>
            </a:r>
            <a:r>
              <a:rPr lang="zh-CN" altLang="en-US"/>
              <a:t>更新</a:t>
            </a:r>
            <a:r>
              <a:rPr lang="en-US" altLang="zh-CN"/>
              <a:t>ans</a:t>
            </a:r>
            <a:r>
              <a:rPr lang="zh-CN" altLang="en-US"/>
              <a:t>。</a:t>
            </a:r>
          </a:p>
          <a:p>
            <a:pPr marL="0" indent="0">
              <a:buFont typeface="Arial" panose="020B0604020202020204" pitchFamily="34" charset="0"/>
              <a:buNone/>
            </a:pPr>
            <a:r>
              <a:rPr lang="en-US" altLang="zh-CN"/>
              <a:t>	</a:t>
            </a:r>
            <a:r>
              <a:rPr lang="zh-CN" altLang="en-US"/>
              <a:t>第一种情况：当我们走到的指向空的节点时就返回</a:t>
            </a:r>
            <a:r>
              <a:rPr lang="en-US" altLang="zh-CN"/>
              <a:t>ans</a:t>
            </a:r>
            <a:r>
              <a:rPr lang="zh-CN" altLang="en-US"/>
              <a:t>。（本串不在树中）</a:t>
            </a:r>
          </a:p>
          <a:p>
            <a:pPr marL="0" indent="0">
              <a:buFont typeface="Arial" panose="020B0604020202020204" pitchFamily="34" charset="0"/>
              <a:buNone/>
            </a:pPr>
            <a:r>
              <a:rPr lang="en-US" altLang="zh-CN"/>
              <a:t>	</a:t>
            </a:r>
            <a:r>
              <a:rPr lang="zh-CN" altLang="en-US"/>
              <a:t>第二种情况：当本串结束时，返回</a:t>
            </a:r>
            <a:r>
              <a:rPr lang="en-US" altLang="zh-CN"/>
              <a:t>ans+sum[i]-p[i]</a:t>
            </a:r>
            <a:r>
              <a:rPr lang="zh-CN" altLang="en-US"/>
              <a:t>（把答案加上经过该节点的单词数</a:t>
            </a:r>
            <a:r>
              <a:rPr lang="en-US" altLang="zh-CN"/>
              <a:t>-</a:t>
            </a:r>
            <a:r>
              <a:rPr lang="zh-CN" altLang="en-US"/>
              <a:t>以该节点结尾的单词数</a:t>
            </a:r>
            <a:r>
              <a:rPr lang="en-US" altLang="zh-CN"/>
              <a:t>[</a:t>
            </a:r>
            <a:r>
              <a:rPr lang="zh-CN" altLang="en-US"/>
              <a:t>避免重复</a:t>
            </a:r>
            <a:r>
              <a:rPr lang="en-US" altLang="zh-CN"/>
              <a:t>]</a:t>
            </a:r>
            <a:r>
              <a:rPr lang="zh-CN" altLang="en-US"/>
              <a:t>）</a:t>
            </a:r>
          </a:p>
        </p:txBody>
      </p:sp>
    </p:spTree>
    <p:custDataLst>
      <p:tags r:id="rId1"/>
    </p:custDataLst>
    <p:extLst>
      <p:ext uri="{BB962C8B-B14F-4D97-AF65-F5344CB8AC3E}">
        <p14:creationId xmlns:p14="http://schemas.microsoft.com/office/powerpoint/2010/main" val="309719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4" name="标题 1">
            <a:extLst>
              <a:ext uri="{FF2B5EF4-FFF2-40B4-BE49-F238E27FC236}">
                <a16:creationId xmlns:a16="http://schemas.microsoft.com/office/drawing/2014/main" id="{8AC90CAC-ACED-A698-85DF-1EED0573A9CC}"/>
              </a:ext>
            </a:extLst>
          </p:cNvPr>
          <p:cNvSpPr>
            <a:spLocks noGrp="1"/>
          </p:cNvSpPr>
          <p:nvPr>
            <p:ph type="title"/>
          </p:nvPr>
        </p:nvSpPr>
        <p:spPr>
          <a:xfrm>
            <a:off x="3147236" y="365125"/>
            <a:ext cx="8206564" cy="1325563"/>
          </a:xfrm>
        </p:spPr>
        <p:txBody>
          <a:bodyPr>
            <a:normAutofit/>
          </a:bodyPr>
          <a:lstStyle/>
          <a:p>
            <a:pPr>
              <a:lnSpc>
                <a:spcPct val="130000"/>
              </a:lnSpc>
              <a:spcBef>
                <a:spcPts val="1000"/>
              </a:spcBef>
            </a:pPr>
            <a:r>
              <a:rPr lang="en-US" altLang="zh-CN" sz="2400" b="0" dirty="0">
                <a:latin typeface="+mn-lt"/>
                <a:ea typeface="+mn-ea"/>
                <a:cs typeface="+mn-cs"/>
              </a:rPr>
              <a:t>01Trie</a:t>
            </a:r>
          </a:p>
        </p:txBody>
      </p:sp>
      <p:sp>
        <p:nvSpPr>
          <p:cNvPr id="5" name="内容占位符 2">
            <a:extLst>
              <a:ext uri="{FF2B5EF4-FFF2-40B4-BE49-F238E27FC236}">
                <a16:creationId xmlns:a16="http://schemas.microsoft.com/office/drawing/2014/main" id="{B9C55D8D-A358-C05B-07A3-AB2F7C584E52}"/>
              </a:ext>
            </a:extLst>
          </p:cNvPr>
          <p:cNvSpPr txBox="1">
            <a:spLocks/>
          </p:cNvSpPr>
          <p:nvPr/>
        </p:nvSpPr>
        <p:spPr>
          <a:xfrm>
            <a:off x="3147236" y="1825625"/>
            <a:ext cx="8206563"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将十进制数字变为二进制，将其存入树中。</a:t>
            </a:r>
          </a:p>
          <a:p>
            <a:pPr marL="0" indent="0">
              <a:buFont typeface="Arial" panose="020B0604020202020204" pitchFamily="34" charset="0"/>
              <a:buNone/>
            </a:pPr>
            <a:r>
              <a:rPr lang="zh-CN" altLang="en-US" dirty="0"/>
              <a:t>可用于在一些数中求任意两个数</a:t>
            </a:r>
            <a:r>
              <a:rPr lang="en-US" altLang="zh-CN" dirty="0"/>
              <a:t>A</a:t>
            </a:r>
            <a:r>
              <a:rPr lang="zh-CN" altLang="en-US" dirty="0"/>
              <a:t>和</a:t>
            </a:r>
            <a:r>
              <a:rPr lang="en-US" altLang="zh-CN" dirty="0"/>
              <a:t>B</a:t>
            </a:r>
            <a:r>
              <a:rPr lang="zh-CN" altLang="en-US" dirty="0"/>
              <a:t>的</a:t>
            </a:r>
            <a:r>
              <a:rPr lang="en-US" altLang="zh-CN" dirty="0"/>
              <a:t>A</a:t>
            </a:r>
            <a:r>
              <a:rPr lang="en-US" altLang="zh-CN" b="1" dirty="0"/>
              <a:t>⊕</a:t>
            </a:r>
            <a:r>
              <a:rPr lang="en-US" altLang="zh-CN" dirty="0"/>
              <a:t>B</a:t>
            </a:r>
            <a:r>
              <a:rPr lang="zh-CN" altLang="en-US" dirty="0"/>
              <a:t>的最大值。</a:t>
            </a:r>
          </a:p>
          <a:p>
            <a:pPr marL="0" indent="0">
              <a:buFont typeface="Arial" panose="020B0604020202020204" pitchFamily="34" charset="0"/>
              <a:buNone/>
            </a:pPr>
            <a:r>
              <a:rPr lang="zh-CN" altLang="en-US" dirty="0"/>
              <a:t>将所有数转化为二进制存入树中，对于一个数，我们运用贪心的思想，在树中尽量走与其对应位相反的节点（</a:t>
            </a:r>
            <a:r>
              <a:rPr lang="en-US" altLang="zh-CN" dirty="0"/>
              <a:t>0</a:t>
            </a:r>
            <a:r>
              <a:rPr lang="zh-CN" altLang="en-US" dirty="0"/>
              <a:t>走</a:t>
            </a:r>
            <a:r>
              <a:rPr lang="en-US" altLang="zh-CN" dirty="0"/>
              <a:t>1,1</a:t>
            </a:r>
            <a:r>
              <a:rPr lang="zh-CN" altLang="en-US" dirty="0"/>
              <a:t>走</a:t>
            </a:r>
            <a:r>
              <a:rPr lang="en-US" altLang="zh-CN" dirty="0"/>
              <a:t>0</a:t>
            </a:r>
            <a:r>
              <a:rPr lang="zh-CN" altLang="en-US" dirty="0"/>
              <a:t>）如此便找到了最大值。</a:t>
            </a:r>
          </a:p>
          <a:p>
            <a:pPr marL="0" indent="0">
              <a:buFont typeface="Arial" panose="020B0604020202020204" pitchFamily="34" charset="0"/>
              <a:buNone/>
            </a:pPr>
            <a:r>
              <a:rPr lang="zh-CN" altLang="en-US" dirty="0"/>
              <a:t>注</a:t>
            </a:r>
            <a:r>
              <a:rPr lang="en-US" altLang="zh-CN" dirty="0"/>
              <a:t>:</a:t>
            </a:r>
            <a:r>
              <a:rPr lang="zh-CN" altLang="en-US" dirty="0"/>
              <a:t>插入时位数小的要在最高位补</a:t>
            </a:r>
            <a:r>
              <a:rPr lang="en-US" altLang="zh-CN" dirty="0"/>
              <a:t>0</a:t>
            </a:r>
            <a:r>
              <a:rPr lang="zh-CN" altLang="en-US" dirty="0"/>
              <a:t>，以便和其他数位数一样。</a:t>
            </a:r>
          </a:p>
          <a:p>
            <a:pPr marL="0" indent="0">
              <a:buFont typeface="Arial" panose="020B0604020202020204" pitchFamily="34" charset="0"/>
              <a:buNone/>
            </a:pPr>
            <a:endParaRPr lang="zh-CN" altLang="en-US" dirty="0"/>
          </a:p>
        </p:txBody>
      </p:sp>
    </p:spTree>
    <p:custDataLst>
      <p:tags r:id="rId1"/>
    </p:custDataLst>
    <p:extLst>
      <p:ext uri="{BB962C8B-B14F-4D97-AF65-F5344CB8AC3E}">
        <p14:creationId xmlns:p14="http://schemas.microsoft.com/office/powerpoint/2010/main" val="2835876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内容占位符 2">
            <a:extLst>
              <a:ext uri="{FF2B5EF4-FFF2-40B4-BE49-F238E27FC236}">
                <a16:creationId xmlns:a16="http://schemas.microsoft.com/office/drawing/2014/main" id="{49E3794A-B43D-90AA-3567-59893EA33E1C}"/>
              </a:ext>
            </a:extLst>
          </p:cNvPr>
          <p:cNvSpPr txBox="1">
            <a:spLocks/>
          </p:cNvSpPr>
          <p:nvPr/>
        </p:nvSpPr>
        <p:spPr>
          <a:xfrm>
            <a:off x="3317358" y="397510"/>
            <a:ext cx="8036442"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a:t>样例</a:t>
            </a:r>
            <a:r>
              <a:rPr lang="en-US" altLang="zh-CN"/>
              <a:t>: 4		</a:t>
            </a:r>
            <a:r>
              <a:rPr lang="zh-CN" altLang="en-US"/>
              <a:t>输出</a:t>
            </a:r>
            <a:r>
              <a:rPr lang="en-US" altLang="zh-CN"/>
              <a:t>: 14</a:t>
            </a:r>
          </a:p>
          <a:p>
            <a:pPr marL="0" indent="0">
              <a:buFont typeface="Arial" panose="020B0604020202020204" pitchFamily="34" charset="0"/>
              <a:buNone/>
            </a:pPr>
            <a:r>
              <a:rPr lang="en-US" altLang="zh-CN"/>
              <a:t>	2 5 7 9</a:t>
            </a:r>
          </a:p>
          <a:p>
            <a:pPr marL="0" indent="0">
              <a:buFont typeface="Arial" panose="020B0604020202020204" pitchFamily="34" charset="0"/>
              <a:buNone/>
            </a:pPr>
            <a:r>
              <a:rPr lang="en-US" altLang="zh-CN"/>
              <a:t>	</a:t>
            </a:r>
          </a:p>
          <a:p>
            <a:pPr marL="0" indent="0">
              <a:buFont typeface="Arial" panose="020B0604020202020204" pitchFamily="34" charset="0"/>
              <a:buNone/>
            </a:pPr>
            <a:r>
              <a:rPr lang="zh-CN" altLang="en-US"/>
              <a:t>我们通过上述方法在下图中求出最大值为 </a:t>
            </a:r>
            <a:r>
              <a:rPr lang="en-US" altLang="zh-CN"/>
              <a:t>1110 </a:t>
            </a:r>
            <a:r>
              <a:rPr lang="zh-CN" altLang="en-US"/>
              <a:t>转化为十进制恰好为正确答案为</a:t>
            </a:r>
            <a:r>
              <a:rPr lang="en-US" altLang="zh-CN"/>
              <a:t>14</a:t>
            </a:r>
            <a:r>
              <a:rPr lang="zh-CN" altLang="en-US"/>
              <a:t>。</a:t>
            </a:r>
          </a:p>
        </p:txBody>
      </p:sp>
      <p:pic>
        <p:nvPicPr>
          <p:cNvPr id="4" name="图片 3" descr="57588">
            <a:extLst>
              <a:ext uri="{FF2B5EF4-FFF2-40B4-BE49-F238E27FC236}">
                <a16:creationId xmlns:a16="http://schemas.microsoft.com/office/drawing/2014/main" id="{420834ED-255D-397D-A532-4529AE830222}"/>
              </a:ext>
            </a:extLst>
          </p:cNvPr>
          <p:cNvPicPr>
            <a:picLocks noChangeAspect="1"/>
          </p:cNvPicPr>
          <p:nvPr/>
        </p:nvPicPr>
        <p:blipFill>
          <a:blip r:embed="rId3"/>
          <a:stretch>
            <a:fillRect/>
          </a:stretch>
        </p:blipFill>
        <p:spPr>
          <a:xfrm>
            <a:off x="7259832" y="3246475"/>
            <a:ext cx="3756885" cy="2765100"/>
          </a:xfrm>
          <a:prstGeom prst="rect">
            <a:avLst/>
          </a:prstGeom>
        </p:spPr>
      </p:pic>
    </p:spTree>
    <p:custDataLst>
      <p:tags r:id="rId1"/>
    </p:custDataLst>
    <p:extLst>
      <p:ext uri="{BB962C8B-B14F-4D97-AF65-F5344CB8AC3E}">
        <p14:creationId xmlns:p14="http://schemas.microsoft.com/office/powerpoint/2010/main" val="769656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pic>
        <p:nvPicPr>
          <p:cNvPr id="5" name="图片 4">
            <a:extLst>
              <a:ext uri="{FF2B5EF4-FFF2-40B4-BE49-F238E27FC236}">
                <a16:creationId xmlns:a16="http://schemas.microsoft.com/office/drawing/2014/main" id="{4188FEBC-31C7-ECF9-1F03-B80A17B4D971}"/>
              </a:ext>
            </a:extLst>
          </p:cNvPr>
          <p:cNvPicPr>
            <a:picLocks noChangeAspect="1"/>
          </p:cNvPicPr>
          <p:nvPr/>
        </p:nvPicPr>
        <p:blipFill>
          <a:blip r:embed="rId3"/>
          <a:stretch>
            <a:fillRect/>
          </a:stretch>
        </p:blipFill>
        <p:spPr>
          <a:xfrm>
            <a:off x="5471066" y="177855"/>
            <a:ext cx="6501199" cy="4976036"/>
          </a:xfrm>
          <a:prstGeom prst="rect">
            <a:avLst/>
          </a:prstGeom>
        </p:spPr>
      </p:pic>
      <p:sp>
        <p:nvSpPr>
          <p:cNvPr id="6" name="文本框 5">
            <a:extLst>
              <a:ext uri="{FF2B5EF4-FFF2-40B4-BE49-F238E27FC236}">
                <a16:creationId xmlns:a16="http://schemas.microsoft.com/office/drawing/2014/main" id="{725E07C5-C5B1-1887-1018-DED123A412C6}"/>
              </a:ext>
            </a:extLst>
          </p:cNvPr>
          <p:cNvSpPr txBox="1"/>
          <p:nvPr/>
        </p:nvSpPr>
        <p:spPr>
          <a:xfrm>
            <a:off x="3449782" y="1239982"/>
            <a:ext cx="1255472" cy="369332"/>
          </a:xfrm>
          <a:prstGeom prst="rect">
            <a:avLst/>
          </a:prstGeom>
          <a:noFill/>
        </p:spPr>
        <p:txBody>
          <a:bodyPr wrap="none" rtlCol="0">
            <a:spAutoFit/>
          </a:bodyPr>
          <a:lstStyle/>
          <a:p>
            <a:pPr algn="l"/>
            <a:r>
              <a:rPr lang="en-US" altLang="zh-CN" dirty="0"/>
              <a:t>AcWing143</a:t>
            </a:r>
            <a:endParaRPr lang="zh-CN" altLang="en-US" dirty="0"/>
          </a:p>
        </p:txBody>
      </p:sp>
    </p:spTree>
    <p:custDataLst>
      <p:tags r:id="rId1"/>
    </p:custDataLst>
    <p:extLst>
      <p:ext uri="{BB962C8B-B14F-4D97-AF65-F5344CB8AC3E}">
        <p14:creationId xmlns:p14="http://schemas.microsoft.com/office/powerpoint/2010/main" val="186561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745245" y="177855"/>
            <a:ext cx="1224181" cy="584775"/>
          </a:xfrm>
          <a:prstGeom prst="rect">
            <a:avLst/>
          </a:prstGeom>
          <a:noFill/>
        </p:spPr>
        <p:txBody>
          <a:bodyPr wrap="none" rtlCol="0">
            <a:spAutoFit/>
          </a:bodyPr>
          <a:lstStyle/>
          <a:p>
            <a:pPr algn="l"/>
            <a:r>
              <a:rPr lang="en-US" altLang="zh-CN" sz="3200" dirty="0" err="1">
                <a:solidFill>
                  <a:schemeClr val="bg1"/>
                </a:solidFill>
                <a:latin typeface="Microsoft YaHei Light" panose="020B0502040204020203" pitchFamily="34" charset="-122"/>
                <a:ea typeface="Microsoft YaHei Light" panose="020B0502040204020203" pitchFamily="34" charset="-122"/>
              </a:rPr>
              <a:t>Trie</a:t>
            </a:r>
            <a:r>
              <a:rPr lang="zh-CN" altLang="en-US" sz="3200" dirty="0">
                <a:solidFill>
                  <a:schemeClr val="bg1"/>
                </a:solidFill>
                <a:latin typeface="Microsoft YaHei Light" panose="020B0502040204020203" pitchFamily="34" charset="-122"/>
                <a:ea typeface="Microsoft YaHei Light" panose="020B0502040204020203" pitchFamily="34" charset="-122"/>
              </a:rPr>
              <a:t>树</a:t>
            </a:r>
          </a:p>
        </p:txBody>
      </p:sp>
      <p:sp>
        <p:nvSpPr>
          <p:cNvPr id="3" name="文本框 2">
            <a:extLst>
              <a:ext uri="{FF2B5EF4-FFF2-40B4-BE49-F238E27FC236}">
                <a16:creationId xmlns:a16="http://schemas.microsoft.com/office/drawing/2014/main" id="{D12DF59B-6A28-B2DC-6DF2-49911A905F5A}"/>
              </a:ext>
            </a:extLst>
          </p:cNvPr>
          <p:cNvSpPr txBox="1"/>
          <p:nvPr/>
        </p:nvSpPr>
        <p:spPr>
          <a:xfrm>
            <a:off x="3546764" y="879764"/>
            <a:ext cx="7773282" cy="646331"/>
          </a:xfrm>
          <a:prstGeom prst="rect">
            <a:avLst/>
          </a:prstGeom>
          <a:noFill/>
        </p:spPr>
        <p:txBody>
          <a:bodyPr wrap="none" rtlCol="0">
            <a:spAutoFit/>
          </a:bodyPr>
          <a:lstStyle/>
          <a:p>
            <a:pPr algn="l"/>
            <a:r>
              <a:rPr lang="zh-CN" altLang="en-US" dirty="0"/>
              <a:t>练习</a:t>
            </a:r>
            <a:endParaRPr lang="en-US" altLang="zh-CN" dirty="0"/>
          </a:p>
          <a:p>
            <a:pPr algn="l"/>
            <a:r>
              <a:rPr lang="zh-CN" altLang="en-US" dirty="0"/>
              <a:t>洛谷</a:t>
            </a:r>
            <a:r>
              <a:rPr lang="en-US" altLang="zh-CN" dirty="0"/>
              <a:t>P3879</a:t>
            </a:r>
            <a:r>
              <a:rPr lang="zh-CN" altLang="en-US" dirty="0"/>
              <a:t>，</a:t>
            </a:r>
            <a:r>
              <a:rPr lang="en-US" altLang="zh-CN" dirty="0"/>
              <a:t>P2292</a:t>
            </a:r>
            <a:r>
              <a:rPr lang="zh-CN" altLang="en-US" dirty="0"/>
              <a:t>，</a:t>
            </a:r>
            <a:r>
              <a:rPr lang="en-US" altLang="zh-CN" dirty="0"/>
              <a:t>P2922</a:t>
            </a:r>
            <a:r>
              <a:rPr lang="zh-CN" altLang="en-US" dirty="0"/>
              <a:t>，</a:t>
            </a:r>
            <a:r>
              <a:rPr lang="en-US" altLang="zh-CN" dirty="0"/>
              <a:t>P3065</a:t>
            </a:r>
            <a:r>
              <a:rPr lang="zh-CN" altLang="en-US" dirty="0"/>
              <a:t>，</a:t>
            </a:r>
            <a:r>
              <a:rPr lang="en-US" altLang="zh-CN" dirty="0"/>
              <a:t>P3294</a:t>
            </a:r>
            <a:r>
              <a:rPr lang="zh-CN" altLang="en-US" dirty="0"/>
              <a:t>，</a:t>
            </a:r>
            <a:r>
              <a:rPr lang="en-US" altLang="zh-CN" dirty="0"/>
              <a:t>P4407</a:t>
            </a:r>
            <a:r>
              <a:rPr lang="zh-CN" altLang="en-US" dirty="0"/>
              <a:t>，</a:t>
            </a:r>
            <a:r>
              <a:rPr lang="en-US" altLang="zh-CN" dirty="0"/>
              <a:t>P4551</a:t>
            </a:r>
            <a:r>
              <a:rPr lang="zh-CN" altLang="en-US" dirty="0"/>
              <a:t>，</a:t>
            </a:r>
            <a:r>
              <a:rPr lang="en-US" altLang="zh-CN" dirty="0"/>
              <a:t>P4683</a:t>
            </a:r>
            <a:r>
              <a:rPr lang="zh-CN" altLang="en-US" dirty="0"/>
              <a:t>，</a:t>
            </a:r>
            <a:r>
              <a:rPr lang="en-US" altLang="zh-CN" dirty="0"/>
              <a:t>P3783</a:t>
            </a:r>
            <a:endParaRPr lang="zh-CN" altLang="en-US" dirty="0"/>
          </a:p>
        </p:txBody>
      </p:sp>
    </p:spTree>
    <p:custDataLst>
      <p:tags r:id="rId1"/>
    </p:custDataLst>
    <p:extLst>
      <p:ext uri="{BB962C8B-B14F-4D97-AF65-F5344CB8AC3E}">
        <p14:creationId xmlns:p14="http://schemas.microsoft.com/office/powerpoint/2010/main" val="592456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568F89A7-AED9-7CB6-2704-6CE837A12B22}"/>
              </a:ext>
            </a:extLst>
          </p:cNvPr>
          <p:cNvSpPr>
            <a:spLocks noGrp="1"/>
          </p:cNvSpPr>
          <p:nvPr>
            <p:ph type="title"/>
          </p:nvPr>
        </p:nvSpPr>
        <p:spPr>
          <a:xfrm>
            <a:off x="3140148" y="365125"/>
            <a:ext cx="8213651" cy="1325563"/>
          </a:xfrm>
        </p:spPr>
        <p:txBody>
          <a:bodyPr>
            <a:normAutofit/>
          </a:bodyPr>
          <a:lstStyle/>
          <a:p>
            <a:r>
              <a:rPr lang="en-US" altLang="zh-CN" sz="2400" b="0" dirty="0">
                <a:latin typeface="+mn-lt"/>
                <a:ea typeface="+mn-ea"/>
                <a:cs typeface="+mn-cs"/>
              </a:rPr>
              <a:t>KMP</a:t>
            </a:r>
          </a:p>
        </p:txBody>
      </p:sp>
      <p:sp>
        <p:nvSpPr>
          <p:cNvPr id="4" name="内容占位符 2">
            <a:extLst>
              <a:ext uri="{FF2B5EF4-FFF2-40B4-BE49-F238E27FC236}">
                <a16:creationId xmlns:a16="http://schemas.microsoft.com/office/drawing/2014/main" id="{A839E40D-FE80-61E8-B0ED-001ED6340153}"/>
              </a:ext>
            </a:extLst>
          </p:cNvPr>
          <p:cNvSpPr txBox="1">
            <a:spLocks/>
          </p:cNvSpPr>
          <p:nvPr/>
        </p:nvSpPr>
        <p:spPr>
          <a:xfrm>
            <a:off x="3140148" y="1825625"/>
            <a:ext cx="8213651"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dirty="0"/>
              <a:t>一种优秀的字符串匹配算法</a:t>
            </a:r>
          </a:p>
          <a:p>
            <a:r>
              <a:rPr lang="zh-CN" altLang="zh-CN" dirty="0"/>
              <a:t>KMP 的精髓在于，对于每次失配之后，我都不会从头重新开始枚举，而是根据我已经得知的数据，从某个特定的位置开始匹配；而对于模式串的每一位，都有唯一的“特定变化位置”，这个在失配之后的特定变化位置可以帮助我们利用已有的数据不用从头匹配，从而节约时间。</a:t>
            </a:r>
          </a:p>
        </p:txBody>
      </p:sp>
    </p:spTree>
    <p:custDataLst>
      <p:tags r:id="rId1"/>
    </p:custDataLst>
    <p:extLst>
      <p:ext uri="{BB962C8B-B14F-4D97-AF65-F5344CB8AC3E}">
        <p14:creationId xmlns:p14="http://schemas.microsoft.com/office/powerpoint/2010/main" val="2167683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2991D3AC-8945-7A46-7A14-BBB33B4C5CFF}"/>
              </a:ext>
            </a:extLst>
          </p:cNvPr>
          <p:cNvSpPr txBox="1">
            <a:spLocks/>
          </p:cNvSpPr>
          <p:nvPr/>
        </p:nvSpPr>
        <p:spPr>
          <a:xfrm>
            <a:off x="2955850" y="441325"/>
            <a:ext cx="8397949" cy="4351338"/>
          </a:xfrm>
          <a:prstGeom prst="rect">
            <a:avLst/>
          </a:prstGeom>
        </p:spPr>
        <p:txBody>
          <a:bodyPr>
            <a:normAutofit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KMP</a:t>
            </a:r>
            <a:r>
              <a:rPr lang="zh-CN" altLang="en-US"/>
              <a:t>的精髓</a:t>
            </a:r>
            <a:r>
              <a:rPr lang="en-US" altLang="zh-CN"/>
              <a:t>——next</a:t>
            </a:r>
            <a:r>
              <a:rPr lang="zh-CN" altLang="en-US"/>
              <a:t>数组</a:t>
            </a:r>
          </a:p>
          <a:p>
            <a:r>
              <a:rPr lang="zh-CN" altLang="en-US"/>
              <a:t>我们失配时所跳跃的位置便是使用</a:t>
            </a:r>
            <a:r>
              <a:rPr lang="en-US" altLang="zh-CN"/>
              <a:t>next[i]</a:t>
            </a:r>
            <a:r>
              <a:rPr lang="zh-CN" altLang="en-US"/>
              <a:t>实现的，该数组存储的时模式串中第</a:t>
            </a:r>
            <a:r>
              <a:rPr lang="en-US" altLang="zh-CN"/>
              <a:t>i</a:t>
            </a:r>
            <a:r>
              <a:rPr lang="zh-CN" altLang="en-US"/>
              <a:t>个字符前的子串的</a:t>
            </a:r>
            <a:r>
              <a:rPr lang="zh-CN" altLang="en-US" b="1"/>
              <a:t>最长相同 </a:t>
            </a:r>
            <a:r>
              <a:rPr lang="zh-CN" altLang="en-US"/>
              <a:t>前缀 和 后缀 的长度。</a:t>
            </a:r>
          </a:p>
          <a:p>
            <a:r>
              <a:rPr lang="zh-CN" altLang="en-US"/>
              <a:t>如模式串</a:t>
            </a:r>
            <a:r>
              <a:rPr lang="en-US" altLang="zh-CN"/>
              <a:t>ababaabc</a:t>
            </a:r>
            <a:r>
              <a:rPr lang="zh-CN" altLang="en-US"/>
              <a:t>中</a:t>
            </a:r>
          </a:p>
          <a:p>
            <a:pPr marL="0" indent="0">
              <a:buFont typeface="Arial" panose="020B0604020202020204" pitchFamily="34" charset="0"/>
              <a:buNone/>
            </a:pPr>
            <a:r>
              <a:rPr lang="en-US" altLang="zh-CN"/>
              <a:t>next[1]=0	</a:t>
            </a:r>
            <a:r>
              <a:rPr lang="en-US" altLang="zh-CN">
                <a:sym typeface="+mn-ea"/>
              </a:rPr>
              <a:t>next[2]=0	next[3]=0	</a:t>
            </a:r>
          </a:p>
          <a:p>
            <a:pPr marL="0" indent="0">
              <a:buFont typeface="Arial" panose="020B0604020202020204" pitchFamily="34" charset="0"/>
              <a:buNone/>
            </a:pPr>
            <a:r>
              <a:rPr lang="en-US" altLang="zh-CN">
                <a:sym typeface="+mn-ea"/>
              </a:rPr>
              <a:t>next[4]=1	next[5]=2	next[6]=3</a:t>
            </a:r>
          </a:p>
          <a:p>
            <a:pPr marL="0" indent="0">
              <a:buFont typeface="Arial" panose="020B0604020202020204" pitchFamily="34" charset="0"/>
              <a:buNone/>
            </a:pPr>
            <a:r>
              <a:rPr lang="en-US" altLang="zh-CN">
                <a:sym typeface="+mn-ea"/>
              </a:rPr>
              <a:t>next[7]=1	next[8]=2	next[9]=0</a:t>
            </a:r>
            <a:endParaRPr lang="en-US" altLang="zh-CN"/>
          </a:p>
        </p:txBody>
      </p:sp>
    </p:spTree>
    <p:custDataLst>
      <p:tags r:id="rId1"/>
    </p:custDataLst>
    <p:extLst>
      <p:ext uri="{BB962C8B-B14F-4D97-AF65-F5344CB8AC3E}">
        <p14:creationId xmlns:p14="http://schemas.microsoft.com/office/powerpoint/2010/main" val="1296179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graphicFrame>
        <p:nvGraphicFramePr>
          <p:cNvPr id="3" name="内容占位符 3">
            <a:extLst>
              <a:ext uri="{FF2B5EF4-FFF2-40B4-BE49-F238E27FC236}">
                <a16:creationId xmlns:a16="http://schemas.microsoft.com/office/drawing/2014/main" id="{9D7F7DCD-4660-3C9D-F3A5-5D22C994A447}"/>
              </a:ext>
            </a:extLst>
          </p:cNvPr>
          <p:cNvGraphicFramePr>
            <a:graphicFrameLocks noChangeAspect="1"/>
          </p:cNvGraphicFramePr>
          <p:nvPr>
            <p:extLst>
              <p:ext uri="{D42A27DB-BD31-4B8C-83A1-F6EECF244321}">
                <p14:modId xmlns:p14="http://schemas.microsoft.com/office/powerpoint/2010/main" val="3651950142"/>
              </p:ext>
            </p:extLst>
          </p:nvPr>
        </p:nvGraphicFramePr>
        <p:xfrm>
          <a:off x="3225208" y="377825"/>
          <a:ext cx="6896987" cy="2809875"/>
        </p:xfrm>
        <a:graphic>
          <a:graphicData uri="http://schemas.openxmlformats.org/presentationml/2006/ole">
            <mc:AlternateContent xmlns:mc="http://schemas.openxmlformats.org/markup-compatibility/2006">
              <mc:Choice xmlns:v="urn:schemas-microsoft-com:vml" Requires="v">
                <p:oleObj r:id="rId3" imgW="7391400" imgH="2809875" progId="Paint.Picture">
                  <p:embed/>
                </p:oleObj>
              </mc:Choice>
              <mc:Fallback>
                <p:oleObj r:id="rId3" imgW="7391400" imgH="2809875" progId="Paint.Picture">
                  <p:embed/>
                  <p:pic>
                    <p:nvPicPr>
                      <p:cNvPr id="4" name="内容占位符 3"/>
                      <p:cNvPicPr/>
                      <p:nvPr/>
                    </p:nvPicPr>
                    <p:blipFill>
                      <a:blip r:embed="rId4"/>
                      <a:stretch>
                        <a:fillRect/>
                      </a:stretch>
                    </p:blipFill>
                    <p:spPr>
                      <a:xfrm>
                        <a:off x="3225208" y="377825"/>
                        <a:ext cx="6896987" cy="2809875"/>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FE0BD15E-1F4D-9F91-E44F-3BFCD74A17BA}"/>
              </a:ext>
            </a:extLst>
          </p:cNvPr>
          <p:cNvSpPr txBox="1"/>
          <p:nvPr/>
        </p:nvSpPr>
        <p:spPr>
          <a:xfrm>
            <a:off x="2981889" y="3769685"/>
            <a:ext cx="9088736" cy="923330"/>
          </a:xfrm>
          <a:prstGeom prst="rect">
            <a:avLst/>
          </a:prstGeom>
          <a:noFill/>
        </p:spPr>
        <p:txBody>
          <a:bodyPr wrap="square" rtlCol="0">
            <a:spAutoFit/>
          </a:bodyPr>
          <a:lstStyle/>
          <a:p>
            <a:r>
              <a:rPr lang="zh-CN" altLang="en-US" dirty="0"/>
              <a:t>如图，当失配时，因为</a:t>
            </a:r>
            <a:r>
              <a:rPr lang="en-US" altLang="zh-CN" dirty="0"/>
              <a:t>C</a:t>
            </a:r>
            <a:r>
              <a:rPr lang="zh-CN" altLang="en-US" dirty="0"/>
              <a:t>与</a:t>
            </a:r>
            <a:r>
              <a:rPr lang="en-US" altLang="zh-CN" dirty="0"/>
              <a:t>D</a:t>
            </a:r>
            <a:r>
              <a:rPr lang="zh-CN" altLang="en-US" dirty="0"/>
              <a:t>为模式串失配处之前的子串的最长相同前缀和后缀，所以</a:t>
            </a:r>
            <a:r>
              <a:rPr lang="en-US" altLang="zh-CN" dirty="0"/>
              <a:t>C=D</a:t>
            </a:r>
            <a:r>
              <a:rPr lang="zh-CN" altLang="en-US" dirty="0"/>
              <a:t>；</a:t>
            </a:r>
          </a:p>
          <a:p>
            <a:r>
              <a:rPr lang="zh-CN" altLang="en-US" dirty="0"/>
              <a:t>又因为失配前文本串部分与模式串的部分相同，所以</a:t>
            </a:r>
            <a:r>
              <a:rPr lang="en-US" altLang="zh-CN" dirty="0"/>
              <a:t>A=C</a:t>
            </a:r>
            <a:r>
              <a:rPr lang="zh-CN" altLang="en-US" dirty="0"/>
              <a:t>，</a:t>
            </a:r>
            <a:r>
              <a:rPr lang="en-US" altLang="zh-CN" dirty="0"/>
              <a:t>B=D;</a:t>
            </a:r>
          </a:p>
          <a:p>
            <a:r>
              <a:rPr lang="zh-CN" altLang="en-US" dirty="0"/>
              <a:t>所以</a:t>
            </a:r>
            <a:r>
              <a:rPr lang="en-US" altLang="zh-CN" dirty="0"/>
              <a:t>C=B</a:t>
            </a:r>
            <a:r>
              <a:rPr lang="zh-CN" altLang="en-US" dirty="0"/>
              <a:t>，我们将</a:t>
            </a:r>
            <a:r>
              <a:rPr lang="en-US" altLang="zh-CN" dirty="0"/>
              <a:t>C</a:t>
            </a:r>
            <a:r>
              <a:rPr lang="zh-CN" altLang="en-US" dirty="0"/>
              <a:t>与</a:t>
            </a:r>
            <a:r>
              <a:rPr lang="en-US" altLang="zh-CN" dirty="0"/>
              <a:t>B</a:t>
            </a:r>
            <a:r>
              <a:rPr lang="zh-CN" altLang="en-US" dirty="0"/>
              <a:t>对齐继续进行匹配。</a:t>
            </a:r>
          </a:p>
        </p:txBody>
      </p:sp>
    </p:spTree>
    <p:custDataLst>
      <p:tags r:id="rId1"/>
    </p:custDataLst>
    <p:extLst>
      <p:ext uri="{BB962C8B-B14F-4D97-AF65-F5344CB8AC3E}">
        <p14:creationId xmlns:p14="http://schemas.microsoft.com/office/powerpoint/2010/main" val="3564693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4823161A-D9D5-22B0-7BB8-E057F767EA43}"/>
              </a:ext>
            </a:extLst>
          </p:cNvPr>
          <p:cNvSpPr>
            <a:spLocks noGrp="1"/>
          </p:cNvSpPr>
          <p:nvPr>
            <p:ph type="title"/>
          </p:nvPr>
        </p:nvSpPr>
        <p:spPr>
          <a:xfrm>
            <a:off x="3253562" y="365125"/>
            <a:ext cx="8100237" cy="1325563"/>
          </a:xfrm>
        </p:spPr>
        <p:txBody>
          <a:bodyPr>
            <a:normAutofit fontScale="90000"/>
          </a:bodyPr>
          <a:lstStyle/>
          <a:p>
            <a:r>
              <a:rPr lang="zh-CN" altLang="en-US" dirty="0"/>
              <a:t>那这个</a:t>
            </a:r>
            <a:r>
              <a:rPr lang="en-US" altLang="zh-CN" dirty="0"/>
              <a:t>next</a:t>
            </a:r>
            <a:r>
              <a:rPr lang="zh-CN" altLang="en-US" dirty="0"/>
              <a:t>数组怎么求呢？</a:t>
            </a:r>
            <a:br>
              <a:rPr lang="zh-CN" altLang="en-US" dirty="0"/>
            </a:br>
            <a:endParaRPr lang="zh-CN" altLang="en-US" dirty="0"/>
          </a:p>
        </p:txBody>
      </p:sp>
      <p:sp>
        <p:nvSpPr>
          <p:cNvPr id="4" name="内容占位符 2">
            <a:extLst>
              <a:ext uri="{FF2B5EF4-FFF2-40B4-BE49-F238E27FC236}">
                <a16:creationId xmlns:a16="http://schemas.microsoft.com/office/drawing/2014/main" id="{B4A0A27B-4CF5-1196-9872-F2717E73EC6B}"/>
              </a:ext>
            </a:extLst>
          </p:cNvPr>
          <p:cNvSpPr txBox="1">
            <a:spLocks/>
          </p:cNvSpPr>
          <p:nvPr/>
        </p:nvSpPr>
        <p:spPr>
          <a:xfrm>
            <a:off x="3253562" y="1825625"/>
            <a:ext cx="8100237"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a:t>①</a:t>
            </a:r>
            <a:r>
              <a:rPr lang="en-US" altLang="zh-CN"/>
              <a:t>.</a:t>
            </a:r>
            <a:r>
              <a:rPr lang="zh-CN" altLang="en-US"/>
              <a:t>枚举法            </a:t>
            </a:r>
            <a:r>
              <a:rPr lang="en-US" altLang="zh-CN"/>
              <a:t>			</a:t>
            </a:r>
            <a:r>
              <a:rPr lang="zh-CN" altLang="en-US"/>
              <a:t>复杂度</a:t>
            </a:r>
            <a:r>
              <a:rPr lang="en-US" altLang="zh-CN"/>
              <a:t>:</a:t>
            </a:r>
            <a:r>
              <a:rPr lang="zh-CN" altLang="en-US"/>
              <a:t>不低于</a:t>
            </a:r>
            <a:r>
              <a:rPr lang="en-US" altLang="zh-CN"/>
              <a:t>O(n^2)</a:t>
            </a:r>
          </a:p>
          <a:p>
            <a:pPr marL="0" indent="0">
              <a:buFont typeface="Arial" panose="020B0604020202020204" pitchFamily="34" charset="0"/>
              <a:buNone/>
            </a:pPr>
            <a:r>
              <a:rPr lang="zh-CN" altLang="en-US"/>
              <a:t>枚举 </a:t>
            </a:r>
            <a:r>
              <a:rPr lang="en-US" altLang="zh-CN"/>
              <a:t>j∈[1,i-1],</a:t>
            </a:r>
            <a:r>
              <a:rPr lang="zh-CN" altLang="en-US"/>
              <a:t>并判断</a:t>
            </a:r>
            <a:r>
              <a:rPr lang="en-US" altLang="zh-CN"/>
              <a:t>A[i-j+1,i] </a:t>
            </a:r>
            <a:r>
              <a:rPr lang="zh-CN" altLang="en-US"/>
              <a:t>与 </a:t>
            </a:r>
            <a:r>
              <a:rPr lang="en-US" altLang="zh-CN"/>
              <a:t>A[1,j] </a:t>
            </a:r>
            <a:r>
              <a:rPr lang="zh-CN" altLang="en-US"/>
              <a:t>是否相等。</a:t>
            </a:r>
          </a:p>
          <a:p>
            <a:pPr marL="0" indent="0">
              <a:buFont typeface="Arial" panose="020B0604020202020204" pitchFamily="34" charset="0"/>
              <a:buNone/>
            </a:pPr>
            <a:r>
              <a:rPr lang="zh-CN" altLang="en-US"/>
              <a:t>实现过于简单</a:t>
            </a:r>
            <a:r>
              <a:rPr lang="en-US" altLang="zh-CN"/>
              <a:t>,</a:t>
            </a:r>
            <a:r>
              <a:rPr lang="zh-CN" altLang="en-US"/>
              <a:t>就不贴代码了</a:t>
            </a:r>
            <a:r>
              <a:rPr lang="en-US" altLang="zh-CN" sz="1600"/>
              <a:t>(</a:t>
            </a:r>
            <a:r>
              <a:rPr lang="zh-CN" altLang="en-US" sz="1600"/>
              <a:t>实则懒癌发作</a:t>
            </a:r>
            <a:r>
              <a:rPr lang="en-US" altLang="zh-CN" sz="1600"/>
              <a:t>)</a:t>
            </a:r>
          </a:p>
          <a:p>
            <a:endParaRPr lang="en-US" altLang="zh-CN"/>
          </a:p>
          <a:p>
            <a:endParaRPr lang="en-US" altLang="zh-CN"/>
          </a:p>
          <a:p>
            <a:endParaRPr lang="en-US" altLang="zh-CN"/>
          </a:p>
          <a:p>
            <a:endParaRPr lang="en-US" altLang="zh-CN"/>
          </a:p>
        </p:txBody>
      </p:sp>
    </p:spTree>
    <p:custDataLst>
      <p:tags r:id="rId1"/>
    </p:custDataLst>
    <p:extLst>
      <p:ext uri="{BB962C8B-B14F-4D97-AF65-F5344CB8AC3E}">
        <p14:creationId xmlns:p14="http://schemas.microsoft.com/office/powerpoint/2010/main" val="3998429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标题 1">
            <a:extLst>
              <a:ext uri="{FF2B5EF4-FFF2-40B4-BE49-F238E27FC236}">
                <a16:creationId xmlns:a16="http://schemas.microsoft.com/office/drawing/2014/main" id="{6DA2A6D7-018E-0831-D95A-ED0276669023}"/>
              </a:ext>
            </a:extLst>
          </p:cNvPr>
          <p:cNvSpPr>
            <a:spLocks noGrp="1"/>
          </p:cNvSpPr>
          <p:nvPr>
            <p:ph type="title"/>
          </p:nvPr>
        </p:nvSpPr>
        <p:spPr>
          <a:xfrm>
            <a:off x="3435983" y="301329"/>
            <a:ext cx="8362507" cy="1325563"/>
          </a:xfrm>
        </p:spPr>
        <p:txBody>
          <a:bodyPr/>
          <a:lstStyle/>
          <a:p>
            <a:r>
              <a:rPr lang="zh-CN" altLang="en-US" dirty="0"/>
              <a:t>重点来了！！</a:t>
            </a:r>
          </a:p>
        </p:txBody>
      </p:sp>
      <p:sp>
        <p:nvSpPr>
          <p:cNvPr id="4" name="内容占位符 2">
            <a:extLst>
              <a:ext uri="{FF2B5EF4-FFF2-40B4-BE49-F238E27FC236}">
                <a16:creationId xmlns:a16="http://schemas.microsoft.com/office/drawing/2014/main" id="{31E6D170-7D07-0AA5-5F4F-DAAB5617F8BA}"/>
              </a:ext>
            </a:extLst>
          </p:cNvPr>
          <p:cNvSpPr txBox="1">
            <a:spLocks/>
          </p:cNvSpPr>
          <p:nvPr/>
        </p:nvSpPr>
        <p:spPr>
          <a:xfrm>
            <a:off x="3435983" y="1761829"/>
            <a:ext cx="8362507"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②</a:t>
            </a:r>
            <a:r>
              <a:rPr lang="en-US" altLang="zh-CN" dirty="0"/>
              <a:t>:</a:t>
            </a:r>
            <a:r>
              <a:rPr lang="zh-CN" altLang="en-US" dirty="0"/>
              <a:t>递推法                  </a:t>
            </a:r>
            <a:r>
              <a:rPr lang="en-US" altLang="zh-CN" dirty="0"/>
              <a:t>				</a:t>
            </a:r>
            <a:r>
              <a:rPr lang="zh-CN" altLang="en-US" dirty="0"/>
              <a:t>复杂度算上匹配</a:t>
            </a:r>
            <a:r>
              <a:rPr lang="en-US" altLang="zh-CN" dirty="0"/>
              <a:t>O(</a:t>
            </a:r>
            <a:r>
              <a:rPr lang="en-US" altLang="zh-CN" dirty="0" err="1"/>
              <a:t>n+m</a:t>
            </a:r>
            <a:r>
              <a:rPr lang="en-US" altLang="zh-CN" dirty="0"/>
              <a:t>)</a:t>
            </a:r>
          </a:p>
          <a:p>
            <a:pPr marL="0" indent="0">
              <a:buFont typeface="Arial" panose="020B0604020202020204" pitchFamily="34" charset="0"/>
              <a:buNone/>
            </a:pPr>
            <a:r>
              <a:rPr lang="en-US" altLang="zh-CN" dirty="0"/>
              <a:t>next</a:t>
            </a:r>
            <a:r>
              <a:rPr lang="zh-CN" altLang="en-US" dirty="0"/>
              <a:t>肯定会满足一下这个式子：</a:t>
            </a:r>
            <a:endParaRPr lang="zh-CN" altLang="en-US" dirty="0">
              <a:latin typeface="Calibri" panose="020F0502020204030204" charset="0"/>
            </a:endParaRPr>
          </a:p>
        </p:txBody>
      </p:sp>
      <p:pic>
        <p:nvPicPr>
          <p:cNvPr id="5" name="图片 4" descr="20181005224812581">
            <a:extLst>
              <a:ext uri="{FF2B5EF4-FFF2-40B4-BE49-F238E27FC236}">
                <a16:creationId xmlns:a16="http://schemas.microsoft.com/office/drawing/2014/main" id="{73C34EA7-90B3-E7F5-03F4-B5B160FCD04F}"/>
              </a:ext>
            </a:extLst>
          </p:cNvPr>
          <p:cNvPicPr>
            <a:picLocks noChangeAspect="1"/>
          </p:cNvPicPr>
          <p:nvPr/>
        </p:nvPicPr>
        <p:blipFill>
          <a:blip r:embed="rId3"/>
          <a:stretch>
            <a:fillRect/>
          </a:stretch>
        </p:blipFill>
        <p:spPr>
          <a:xfrm>
            <a:off x="3705714" y="3937498"/>
            <a:ext cx="6354192" cy="2428875"/>
          </a:xfrm>
          <a:prstGeom prst="rect">
            <a:avLst/>
          </a:prstGeom>
        </p:spPr>
      </p:pic>
    </p:spTree>
    <p:custDataLst>
      <p:tags r:id="rId1"/>
    </p:custDataLst>
    <p:extLst>
      <p:ext uri="{BB962C8B-B14F-4D97-AF65-F5344CB8AC3E}">
        <p14:creationId xmlns:p14="http://schemas.microsoft.com/office/powerpoint/2010/main" val="670214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0EAAE76E-BADA-64EA-4A42-E3C1C591A6A0}"/>
              </a:ext>
            </a:extLst>
          </p:cNvPr>
          <p:cNvSpPr txBox="1">
            <a:spLocks/>
          </p:cNvSpPr>
          <p:nvPr/>
        </p:nvSpPr>
        <p:spPr>
          <a:xfrm>
            <a:off x="3232298" y="673100"/>
            <a:ext cx="8121502"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a:t>前两种很好理解，最后一个看似要一个一个枚举，但是我们可以利用之前求出的</a:t>
            </a:r>
            <a:r>
              <a:rPr lang="en-US" altLang="zh-CN"/>
              <a:t>next</a:t>
            </a:r>
            <a:r>
              <a:rPr lang="zh-CN" altLang="en-US"/>
              <a:t>来直接求出。</a:t>
            </a:r>
          </a:p>
          <a:p>
            <a:pPr marL="0" indent="0">
              <a:buFont typeface="Arial" panose="020B0604020202020204" pitchFamily="34" charset="0"/>
              <a:buNone/>
            </a:pPr>
            <a:endParaRPr lang="zh-CN" altLang="en-US"/>
          </a:p>
          <a:p>
            <a:pPr marL="0" indent="0">
              <a:buFont typeface="Arial" panose="020B0604020202020204" pitchFamily="34" charset="0"/>
              <a:buNone/>
            </a:pPr>
            <a:r>
              <a:rPr lang="zh-CN" altLang="en-US"/>
              <a:t>若</a:t>
            </a:r>
            <a:r>
              <a:rPr lang="en-US" altLang="zh-CN"/>
              <a:t>j</a:t>
            </a:r>
            <a:r>
              <a:rPr lang="zh-CN" altLang="en-US"/>
              <a:t>是</a:t>
            </a:r>
            <a:r>
              <a:rPr lang="en-US" altLang="zh-CN"/>
              <a:t>next[i]</a:t>
            </a:r>
            <a:r>
              <a:rPr lang="zh-CN" altLang="en-US"/>
              <a:t>的一个</a:t>
            </a:r>
            <a:r>
              <a:rPr lang="en-US" altLang="zh-CN"/>
              <a:t>‘</a:t>
            </a:r>
            <a:r>
              <a:rPr lang="zh-CN" altLang="en-US"/>
              <a:t>候选项</a:t>
            </a:r>
            <a:r>
              <a:rPr lang="en-US" altLang="zh-CN"/>
              <a:t>’</a:t>
            </a:r>
            <a:r>
              <a:rPr lang="zh-CN" altLang="en-US"/>
              <a:t>，即</a:t>
            </a:r>
            <a:r>
              <a:rPr lang="en-US" altLang="zh-CN"/>
              <a:t>j&lt;i </a:t>
            </a:r>
            <a:r>
              <a:rPr lang="zh-CN" altLang="en-US"/>
              <a:t>且 </a:t>
            </a:r>
            <a:r>
              <a:rPr lang="en-US" altLang="zh-CN"/>
              <a:t>A[i-j+1,i] = A[1,j] </a:t>
            </a:r>
            <a:r>
              <a:rPr lang="zh-CN" altLang="en-US"/>
              <a:t>则比</a:t>
            </a:r>
            <a:r>
              <a:rPr lang="en-US" altLang="zh-CN"/>
              <a:t>j</a:t>
            </a:r>
            <a:r>
              <a:rPr lang="zh-CN" altLang="en-US"/>
              <a:t>小的另一个</a:t>
            </a:r>
            <a:r>
              <a:rPr lang="en-US" altLang="zh-CN"/>
              <a:t>next[i]</a:t>
            </a:r>
            <a:r>
              <a:rPr lang="zh-CN" altLang="en-US"/>
              <a:t>的候选项一定是</a:t>
            </a:r>
            <a:r>
              <a:rPr lang="en-US" altLang="zh-CN"/>
              <a:t>next[j] . </a:t>
            </a:r>
          </a:p>
          <a:p>
            <a:pPr marL="0" indent="0">
              <a:buFont typeface="Arial" panose="020B0604020202020204" pitchFamily="34" charset="0"/>
              <a:buNone/>
            </a:pPr>
            <a:r>
              <a:rPr lang="zh-CN" altLang="en-US"/>
              <a:t>换句话说就是  </a:t>
            </a:r>
            <a:r>
              <a:rPr lang="en-US" altLang="zh-CN"/>
              <a:t>next[j]+1 ~j-1 </a:t>
            </a:r>
            <a:r>
              <a:rPr lang="zh-CN" altLang="en-US"/>
              <a:t>之间的数都不可能是</a:t>
            </a:r>
            <a:r>
              <a:rPr lang="en-US" altLang="zh-CN"/>
              <a:t>next[i]</a:t>
            </a:r>
            <a:r>
              <a:rPr lang="zh-CN" altLang="en-US"/>
              <a:t>的值</a:t>
            </a:r>
            <a:r>
              <a:rPr lang="en-US" altLang="zh-CN"/>
              <a:t>.</a:t>
            </a:r>
          </a:p>
          <a:p>
            <a:pPr marL="0" indent="0">
              <a:buFont typeface="Arial" panose="020B0604020202020204" pitchFamily="34" charset="0"/>
              <a:buNone/>
            </a:pPr>
            <a:endParaRPr lang="en-US" altLang="zh-CN"/>
          </a:p>
          <a:p>
            <a:pPr marL="0" indent="0">
              <a:buFont typeface="Arial" panose="020B0604020202020204" pitchFamily="34" charset="0"/>
              <a:buNone/>
            </a:pPr>
            <a:r>
              <a:rPr lang="zh-CN" altLang="en-US"/>
              <a:t>证明这个其实比较简单</a:t>
            </a:r>
            <a:r>
              <a:rPr lang="en-US" altLang="zh-CN"/>
              <a:t>,</a:t>
            </a:r>
            <a:r>
              <a:rPr lang="zh-CN" altLang="en-US"/>
              <a:t>只需要来一个反证法</a:t>
            </a:r>
            <a:r>
              <a:rPr lang="en-US" altLang="zh-CN"/>
              <a:t>.</a:t>
            </a:r>
          </a:p>
          <a:p>
            <a:pPr marL="0" indent="0">
              <a:buFont typeface="Arial" panose="020B0604020202020204" pitchFamily="34" charset="0"/>
              <a:buNone/>
            </a:pPr>
            <a:endParaRPr lang="en-US" altLang="zh-CN"/>
          </a:p>
        </p:txBody>
      </p:sp>
    </p:spTree>
    <p:custDataLst>
      <p:tags r:id="rId1"/>
    </p:custDataLst>
    <p:extLst>
      <p:ext uri="{BB962C8B-B14F-4D97-AF65-F5344CB8AC3E}">
        <p14:creationId xmlns:p14="http://schemas.microsoft.com/office/powerpoint/2010/main" val="34632535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2375FA5E-6177-2487-4A71-DE68AD8BDA24}"/>
              </a:ext>
            </a:extLst>
          </p:cNvPr>
          <p:cNvSpPr txBox="1">
            <a:spLocks/>
          </p:cNvSpPr>
          <p:nvPr/>
        </p:nvSpPr>
        <p:spPr>
          <a:xfrm>
            <a:off x="3161414" y="401320"/>
            <a:ext cx="8192386"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假设存在 候选项  </a:t>
            </a:r>
            <a:r>
              <a:rPr lang="en-US" altLang="zh-CN" dirty="0"/>
              <a:t>k </a:t>
            </a:r>
            <a:r>
              <a:rPr lang="zh-CN" altLang="en-US" dirty="0"/>
              <a:t>满足 </a:t>
            </a:r>
            <a:r>
              <a:rPr lang="en-US" altLang="zh-CN" dirty="0"/>
              <a:t>next[j]&lt;k&lt;j  </a:t>
            </a:r>
            <a:r>
              <a:rPr lang="zh-CN" altLang="en-US" dirty="0"/>
              <a:t>即 </a:t>
            </a:r>
            <a:r>
              <a:rPr lang="en-US" altLang="zh-CN" dirty="0"/>
              <a:t>A[i-k+1,i]=A[1,k]</a:t>
            </a:r>
          </a:p>
          <a:p>
            <a:r>
              <a:rPr lang="zh-CN" altLang="en-US" dirty="0"/>
              <a:t>分别取</a:t>
            </a:r>
            <a:r>
              <a:rPr lang="en-US" altLang="zh-CN" dirty="0"/>
              <a:t>A[i-j+1,i]</a:t>
            </a:r>
            <a:r>
              <a:rPr lang="zh-CN" altLang="en-US" dirty="0"/>
              <a:t>和</a:t>
            </a:r>
            <a:r>
              <a:rPr lang="en-US" altLang="zh-CN" dirty="0"/>
              <a:t>A[1,j]</a:t>
            </a:r>
            <a:r>
              <a:rPr lang="zh-CN" altLang="en-US" dirty="0"/>
              <a:t>的后</a:t>
            </a:r>
            <a:r>
              <a:rPr lang="en-US" altLang="zh-CN" dirty="0"/>
              <a:t>k</a:t>
            </a:r>
            <a:r>
              <a:rPr lang="zh-CN" altLang="en-US" dirty="0"/>
              <a:t>个字符</a:t>
            </a:r>
            <a:r>
              <a:rPr lang="en-US" altLang="zh-CN" dirty="0"/>
              <a:t>,</a:t>
            </a:r>
            <a:r>
              <a:rPr lang="zh-CN" altLang="en-US" dirty="0"/>
              <a:t>显然也相等</a:t>
            </a:r>
            <a:r>
              <a:rPr lang="en-US" altLang="zh-CN" dirty="0"/>
              <a:t>.</a:t>
            </a:r>
          </a:p>
          <a:p>
            <a:r>
              <a:rPr lang="zh-CN" altLang="en-US" dirty="0"/>
              <a:t>即</a:t>
            </a:r>
            <a:r>
              <a:rPr lang="en-US" altLang="zh-CN" dirty="0"/>
              <a:t>A[i-k+1,i]=A[j-k+1,j] </a:t>
            </a:r>
          </a:p>
          <a:p>
            <a:r>
              <a:rPr lang="zh-CN" altLang="en-US" dirty="0"/>
              <a:t>从而 </a:t>
            </a:r>
            <a:r>
              <a:rPr lang="en-US" altLang="zh-CN" dirty="0"/>
              <a:t>A[j-k+1,j]=A[1,k]</a:t>
            </a:r>
          </a:p>
          <a:p>
            <a:r>
              <a:rPr lang="zh-CN" altLang="en-US" dirty="0"/>
              <a:t>那么</a:t>
            </a:r>
            <a:r>
              <a:rPr lang="en-US" altLang="zh-CN" dirty="0"/>
              <a:t>next[j]</a:t>
            </a:r>
            <a:r>
              <a:rPr lang="zh-CN" altLang="en-US" dirty="0"/>
              <a:t>就不满足</a:t>
            </a:r>
            <a:r>
              <a:rPr lang="en-US" altLang="zh-CN" dirty="0"/>
              <a:t>'</a:t>
            </a:r>
            <a:r>
              <a:rPr lang="zh-CN" altLang="en-US" dirty="0"/>
              <a:t>最大</a:t>
            </a:r>
            <a:r>
              <a:rPr lang="en-US" altLang="zh-CN" dirty="0"/>
              <a:t>'</a:t>
            </a:r>
            <a:r>
              <a:rPr lang="zh-CN" altLang="en-US" dirty="0"/>
              <a:t>的性质</a:t>
            </a:r>
            <a:r>
              <a:rPr lang="en-US" altLang="zh-CN" dirty="0"/>
              <a:t>.</a:t>
            </a:r>
          </a:p>
          <a:p>
            <a:r>
              <a:rPr lang="zh-CN" altLang="en-US" dirty="0"/>
              <a:t>与我们本来的条件相矛盾</a:t>
            </a:r>
            <a:r>
              <a:rPr lang="en-US" altLang="zh-CN" dirty="0"/>
              <a:t>.</a:t>
            </a:r>
          </a:p>
          <a:p>
            <a:r>
              <a:rPr lang="zh-CN" altLang="en-US" dirty="0"/>
              <a:t>故存在</a:t>
            </a:r>
            <a:r>
              <a:rPr lang="en-US" altLang="zh-CN" dirty="0">
                <a:sym typeface="+mn-ea"/>
              </a:rPr>
              <a:t>k </a:t>
            </a:r>
            <a:r>
              <a:rPr lang="zh-CN" altLang="en-US" dirty="0">
                <a:sym typeface="+mn-ea"/>
              </a:rPr>
              <a:t>满足 </a:t>
            </a:r>
            <a:r>
              <a:rPr lang="en-US" altLang="zh-CN" dirty="0">
                <a:sym typeface="+mn-ea"/>
              </a:rPr>
              <a:t>next[j]&lt;k&lt;j</a:t>
            </a:r>
          </a:p>
          <a:p>
            <a:r>
              <a:rPr lang="zh-CN" altLang="en-US" dirty="0">
                <a:sym typeface="+mn-ea"/>
              </a:rPr>
              <a:t>证毕</a:t>
            </a:r>
            <a:r>
              <a:rPr lang="en-US" altLang="zh-CN" dirty="0">
                <a:sym typeface="+mn-ea"/>
              </a:rPr>
              <a:t>. </a:t>
            </a:r>
            <a:endParaRPr lang="zh-CN" altLang="en-US" dirty="0"/>
          </a:p>
        </p:txBody>
      </p:sp>
      <p:pic>
        <p:nvPicPr>
          <p:cNvPr id="4" name="图片 3" descr="kmpnext">
            <a:extLst>
              <a:ext uri="{FF2B5EF4-FFF2-40B4-BE49-F238E27FC236}">
                <a16:creationId xmlns:a16="http://schemas.microsoft.com/office/drawing/2014/main" id="{843FFECA-071E-D144-92C4-5DFDAC579ADD}"/>
              </a:ext>
            </a:extLst>
          </p:cNvPr>
          <p:cNvPicPr>
            <a:picLocks noChangeAspect="1"/>
          </p:cNvPicPr>
          <p:nvPr/>
        </p:nvPicPr>
        <p:blipFill>
          <a:blip r:embed="rId3"/>
          <a:stretch>
            <a:fillRect/>
          </a:stretch>
        </p:blipFill>
        <p:spPr>
          <a:xfrm>
            <a:off x="5225054" y="4610100"/>
            <a:ext cx="6031990" cy="2247900"/>
          </a:xfrm>
          <a:prstGeom prst="rect">
            <a:avLst/>
          </a:prstGeom>
        </p:spPr>
      </p:pic>
    </p:spTree>
    <p:custDataLst>
      <p:tags r:id="rId1"/>
    </p:custDataLst>
    <p:extLst>
      <p:ext uri="{BB962C8B-B14F-4D97-AF65-F5344CB8AC3E}">
        <p14:creationId xmlns:p14="http://schemas.microsoft.com/office/powerpoint/2010/main" val="358633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1">
            <a:extLst>
              <a:ext uri="{FF2B5EF4-FFF2-40B4-BE49-F238E27FC236}">
                <a16:creationId xmlns:a16="http://schemas.microsoft.com/office/drawing/2014/main" id="{CBC031E7-654D-FA0E-189A-922F66CE3E24}"/>
              </a:ext>
            </a:extLst>
          </p:cNvPr>
          <p:cNvSpPr txBox="1">
            <a:spLocks/>
          </p:cNvSpPr>
          <p:nvPr/>
        </p:nvSpPr>
        <p:spPr>
          <a:xfrm>
            <a:off x="3196856" y="1825625"/>
            <a:ext cx="8156944"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所以我们就可以知道</a:t>
            </a:r>
            <a:r>
              <a:rPr lang="en-US" altLang="zh-CN"/>
              <a:t>next[i-1]</a:t>
            </a:r>
            <a:r>
              <a:rPr lang="zh-CN" altLang="en-US"/>
              <a:t>计算完毕后我们知道</a:t>
            </a:r>
            <a:r>
              <a:rPr lang="en-US" altLang="zh-CN"/>
              <a:t>next[i-1]</a:t>
            </a:r>
            <a:r>
              <a:rPr lang="zh-CN" altLang="en-US"/>
              <a:t>的候选项从大到小依次是</a:t>
            </a:r>
            <a:r>
              <a:rPr lang="en-US" altLang="zh-CN"/>
              <a:t>next[i-1],next[next[i-1]]</a:t>
            </a:r>
            <a:r>
              <a:rPr lang="zh-CN" altLang="en-US"/>
              <a:t>以此类推</a:t>
            </a:r>
          </a:p>
          <a:p>
            <a:r>
              <a:rPr lang="zh-CN" altLang="en-US"/>
              <a:t>而如果有</a:t>
            </a:r>
            <a:r>
              <a:rPr lang="en-US" altLang="zh-CN"/>
              <a:t>j</a:t>
            </a:r>
            <a:r>
              <a:rPr lang="zh-CN" altLang="en-US"/>
              <a:t>是</a:t>
            </a:r>
            <a:r>
              <a:rPr lang="en-US" altLang="zh-CN"/>
              <a:t>next[i]</a:t>
            </a:r>
            <a:r>
              <a:rPr lang="zh-CN" altLang="en-US"/>
              <a:t>的候选项</a:t>
            </a:r>
            <a:r>
              <a:rPr lang="en-US" altLang="zh-CN"/>
              <a:t>.</a:t>
            </a:r>
            <a:r>
              <a:rPr lang="zh-CN" altLang="en-US"/>
              <a:t>那么</a:t>
            </a:r>
            <a:r>
              <a:rPr lang="en-US" altLang="zh-CN"/>
              <a:t>j-1</a:t>
            </a:r>
            <a:r>
              <a:rPr lang="zh-CN" altLang="en-US"/>
              <a:t>显然是</a:t>
            </a:r>
            <a:r>
              <a:rPr lang="en-US" altLang="zh-CN"/>
              <a:t>next[i-1]</a:t>
            </a:r>
            <a:r>
              <a:rPr lang="zh-CN" altLang="en-US"/>
              <a:t>的候选项</a:t>
            </a:r>
            <a:r>
              <a:rPr lang="en-US" altLang="zh-CN"/>
              <a:t>.</a:t>
            </a:r>
          </a:p>
          <a:p>
            <a:r>
              <a:rPr lang="zh-CN" altLang="en-US"/>
              <a:t>因此在计算</a:t>
            </a:r>
            <a:r>
              <a:rPr lang="en-US" altLang="zh-CN"/>
              <a:t>next[i]</a:t>
            </a:r>
            <a:r>
              <a:rPr lang="zh-CN" altLang="en-US"/>
              <a:t>的候选项时只需要将</a:t>
            </a:r>
            <a:r>
              <a:rPr lang="en-US" altLang="zh-CN"/>
              <a:t>next[i-1]</a:t>
            </a:r>
            <a:r>
              <a:rPr lang="zh-CN" altLang="en-US"/>
              <a:t>的所有候选项</a:t>
            </a:r>
            <a:r>
              <a:rPr lang="en-US" altLang="zh-CN"/>
              <a:t>+1</a:t>
            </a:r>
            <a:r>
              <a:rPr lang="zh-CN" altLang="en-US"/>
              <a:t>作为</a:t>
            </a:r>
            <a:r>
              <a:rPr lang="en-US" altLang="zh-CN"/>
              <a:t>j</a:t>
            </a:r>
            <a:r>
              <a:rPr lang="zh-CN" altLang="en-US"/>
              <a:t>的选项即可</a:t>
            </a:r>
            <a:r>
              <a:rPr lang="en-US" altLang="zh-CN"/>
              <a:t>.</a:t>
            </a:r>
          </a:p>
        </p:txBody>
      </p:sp>
    </p:spTree>
    <p:custDataLst>
      <p:tags r:id="rId1"/>
    </p:custDataLst>
    <p:extLst>
      <p:ext uri="{BB962C8B-B14F-4D97-AF65-F5344CB8AC3E}">
        <p14:creationId xmlns:p14="http://schemas.microsoft.com/office/powerpoint/2010/main" val="2145598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4" name="文本框 3">
            <a:extLst>
              <a:ext uri="{FF2B5EF4-FFF2-40B4-BE49-F238E27FC236}">
                <a16:creationId xmlns:a16="http://schemas.microsoft.com/office/drawing/2014/main" id="{F8456C19-47B9-21AD-BCD2-81B9AE9413F4}"/>
              </a:ext>
            </a:extLst>
          </p:cNvPr>
          <p:cNvSpPr txBox="1"/>
          <p:nvPr/>
        </p:nvSpPr>
        <p:spPr>
          <a:xfrm>
            <a:off x="3290455" y="658091"/>
            <a:ext cx="877163" cy="369332"/>
          </a:xfrm>
          <a:prstGeom prst="rect">
            <a:avLst/>
          </a:prstGeom>
          <a:noFill/>
        </p:spPr>
        <p:txBody>
          <a:bodyPr wrap="none" rtlCol="0">
            <a:spAutoFit/>
          </a:bodyPr>
          <a:lstStyle/>
          <a:p>
            <a:pPr algn="l"/>
            <a:r>
              <a:rPr lang="zh-CN" altLang="en-US" dirty="0"/>
              <a:t>模板题</a:t>
            </a:r>
          </a:p>
        </p:txBody>
      </p:sp>
      <p:pic>
        <p:nvPicPr>
          <p:cNvPr id="5" name="图片 4">
            <a:extLst>
              <a:ext uri="{FF2B5EF4-FFF2-40B4-BE49-F238E27FC236}">
                <a16:creationId xmlns:a16="http://schemas.microsoft.com/office/drawing/2014/main" id="{E13F4C70-202B-E989-4ED1-5EF7218FED84}"/>
              </a:ext>
            </a:extLst>
          </p:cNvPr>
          <p:cNvPicPr>
            <a:picLocks noChangeAspect="1"/>
          </p:cNvPicPr>
          <p:nvPr/>
        </p:nvPicPr>
        <p:blipFill>
          <a:blip r:embed="rId3"/>
          <a:stretch>
            <a:fillRect/>
          </a:stretch>
        </p:blipFill>
        <p:spPr>
          <a:xfrm>
            <a:off x="5811982" y="604499"/>
            <a:ext cx="5978236" cy="4724411"/>
          </a:xfrm>
          <a:prstGeom prst="rect">
            <a:avLst/>
          </a:prstGeom>
        </p:spPr>
      </p:pic>
      <p:sp>
        <p:nvSpPr>
          <p:cNvPr id="6" name="文本框 5">
            <a:extLst>
              <a:ext uri="{FF2B5EF4-FFF2-40B4-BE49-F238E27FC236}">
                <a16:creationId xmlns:a16="http://schemas.microsoft.com/office/drawing/2014/main" id="{02305C4D-DE58-0CEC-D7C3-82CB2FC83042}"/>
              </a:ext>
            </a:extLst>
          </p:cNvPr>
          <p:cNvSpPr txBox="1"/>
          <p:nvPr/>
        </p:nvSpPr>
        <p:spPr>
          <a:xfrm>
            <a:off x="3567545" y="2376055"/>
            <a:ext cx="1255472" cy="369332"/>
          </a:xfrm>
          <a:prstGeom prst="rect">
            <a:avLst/>
          </a:prstGeom>
          <a:noFill/>
        </p:spPr>
        <p:txBody>
          <a:bodyPr wrap="none" rtlCol="0">
            <a:spAutoFit/>
          </a:bodyPr>
          <a:lstStyle/>
          <a:p>
            <a:pPr algn="l"/>
            <a:r>
              <a:rPr lang="en-US" altLang="zh-CN" dirty="0"/>
              <a:t>AcWing831</a:t>
            </a:r>
            <a:endParaRPr lang="zh-CN" altLang="en-US" dirty="0"/>
          </a:p>
        </p:txBody>
      </p:sp>
    </p:spTree>
    <p:custDataLst>
      <p:tags r:id="rId1"/>
    </p:custDataLst>
    <p:extLst>
      <p:ext uri="{BB962C8B-B14F-4D97-AF65-F5344CB8AC3E}">
        <p14:creationId xmlns:p14="http://schemas.microsoft.com/office/powerpoint/2010/main" val="761444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文本框 2">
            <a:extLst>
              <a:ext uri="{FF2B5EF4-FFF2-40B4-BE49-F238E27FC236}">
                <a16:creationId xmlns:a16="http://schemas.microsoft.com/office/drawing/2014/main" id="{F78DA116-3332-3B3B-424D-1DE88A718005}"/>
              </a:ext>
            </a:extLst>
          </p:cNvPr>
          <p:cNvSpPr txBox="1"/>
          <p:nvPr/>
        </p:nvSpPr>
        <p:spPr>
          <a:xfrm>
            <a:off x="3117273" y="592139"/>
            <a:ext cx="1867371" cy="369332"/>
          </a:xfrm>
          <a:prstGeom prst="rect">
            <a:avLst/>
          </a:prstGeom>
          <a:noFill/>
        </p:spPr>
        <p:txBody>
          <a:bodyPr wrap="none" rtlCol="0">
            <a:spAutoFit/>
          </a:bodyPr>
          <a:lstStyle/>
          <a:p>
            <a:pPr algn="l"/>
            <a:r>
              <a:rPr lang="zh-CN" altLang="en-US" dirty="0"/>
              <a:t>最短循环节问题</a:t>
            </a:r>
          </a:p>
        </p:txBody>
      </p:sp>
      <p:pic>
        <p:nvPicPr>
          <p:cNvPr id="7" name="图片 6">
            <a:extLst>
              <a:ext uri="{FF2B5EF4-FFF2-40B4-BE49-F238E27FC236}">
                <a16:creationId xmlns:a16="http://schemas.microsoft.com/office/drawing/2014/main" id="{21BDC05C-5FDF-4674-111A-BDDBB5A1367B}"/>
              </a:ext>
            </a:extLst>
          </p:cNvPr>
          <p:cNvPicPr>
            <a:picLocks noChangeAspect="1"/>
          </p:cNvPicPr>
          <p:nvPr/>
        </p:nvPicPr>
        <p:blipFill>
          <a:blip r:embed="rId3"/>
          <a:stretch>
            <a:fillRect/>
          </a:stretch>
        </p:blipFill>
        <p:spPr>
          <a:xfrm>
            <a:off x="5678399" y="502873"/>
            <a:ext cx="6379285" cy="5852253"/>
          </a:xfrm>
          <a:prstGeom prst="rect">
            <a:avLst/>
          </a:prstGeom>
        </p:spPr>
      </p:pic>
      <p:sp>
        <p:nvSpPr>
          <p:cNvPr id="8" name="文本框 7">
            <a:extLst>
              <a:ext uri="{FF2B5EF4-FFF2-40B4-BE49-F238E27FC236}">
                <a16:creationId xmlns:a16="http://schemas.microsoft.com/office/drawing/2014/main" id="{40C255FF-3012-51A2-5408-693AFB41114F}"/>
              </a:ext>
            </a:extLst>
          </p:cNvPr>
          <p:cNvSpPr txBox="1"/>
          <p:nvPr/>
        </p:nvSpPr>
        <p:spPr>
          <a:xfrm>
            <a:off x="3616036" y="2098964"/>
            <a:ext cx="1233030" cy="369332"/>
          </a:xfrm>
          <a:prstGeom prst="rect">
            <a:avLst/>
          </a:prstGeom>
          <a:noFill/>
        </p:spPr>
        <p:txBody>
          <a:bodyPr wrap="none" rtlCol="0">
            <a:spAutoFit/>
          </a:bodyPr>
          <a:lstStyle/>
          <a:p>
            <a:pPr algn="l"/>
            <a:r>
              <a:rPr lang="zh-CN" altLang="en-US" dirty="0"/>
              <a:t>洛谷</a:t>
            </a:r>
            <a:r>
              <a:rPr lang="en-US" altLang="zh-CN" dirty="0"/>
              <a:t>P4391</a:t>
            </a:r>
            <a:endParaRPr lang="zh-CN" altLang="en-US" dirty="0"/>
          </a:p>
        </p:txBody>
      </p:sp>
    </p:spTree>
    <p:custDataLst>
      <p:tags r:id="rId1"/>
    </p:custDataLst>
    <p:extLst>
      <p:ext uri="{BB962C8B-B14F-4D97-AF65-F5344CB8AC3E}">
        <p14:creationId xmlns:p14="http://schemas.microsoft.com/office/powerpoint/2010/main" val="31934361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内容占位符 2">
            <a:extLst>
              <a:ext uri="{FF2B5EF4-FFF2-40B4-BE49-F238E27FC236}">
                <a16:creationId xmlns:a16="http://schemas.microsoft.com/office/drawing/2014/main" id="{A398506A-B22E-0075-F1FA-CBB67D50B3C3}"/>
              </a:ext>
            </a:extLst>
          </p:cNvPr>
          <p:cNvSpPr txBox="1">
            <a:spLocks/>
          </p:cNvSpPr>
          <p:nvPr/>
        </p:nvSpPr>
        <p:spPr>
          <a:xfrm>
            <a:off x="2962940" y="357505"/>
            <a:ext cx="8390860" cy="5732145"/>
          </a:xfrm>
          <a:prstGeom prst="rect">
            <a:avLst/>
          </a:prstGeom>
        </p:spPr>
        <p:txBody>
          <a:bodyPr>
            <a:normAutofit fontScale="800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a:t>这题的题意很简单，在一个字符串中找出最小周期，但这个周期在开头和结尾不一定是完整的，例如</a:t>
            </a:r>
          </a:p>
          <a:p>
            <a:pPr marL="0" indent="0">
              <a:buFont typeface="Arial" panose="020B0604020202020204" pitchFamily="34" charset="0"/>
              <a:buNone/>
            </a:pPr>
            <a:r>
              <a:rPr lang="zh-CN" altLang="en-US"/>
              <a:t>周期：abc</a:t>
            </a:r>
          </a:p>
          <a:p>
            <a:pPr marL="0" indent="0">
              <a:buFont typeface="Arial" panose="020B0604020202020204" pitchFamily="34" charset="0"/>
              <a:buNone/>
            </a:pPr>
            <a:r>
              <a:rPr lang="zh-CN" altLang="en-US"/>
              <a:t>样例：a[bcabcabcab]c</a:t>
            </a:r>
          </a:p>
          <a:p>
            <a:pPr marL="0" indent="0">
              <a:buFont typeface="Arial" panose="020B0604020202020204" pitchFamily="34" charset="0"/>
              <a:buNone/>
            </a:pPr>
            <a:r>
              <a:rPr lang="zh-CN" altLang="en-US"/>
              <a:t>我们设最长相同前后缀的长度为len，总长度为LEN，那么周期就为LEN-len</a:t>
            </a:r>
          </a:p>
          <a:p>
            <a:pPr marL="0" indent="0">
              <a:buFont typeface="Arial" panose="020B0604020202020204" pitchFamily="34" charset="0"/>
              <a:buNone/>
            </a:pPr>
            <a:r>
              <a:rPr lang="zh-CN" altLang="en-US"/>
              <a:t>为什么？</a:t>
            </a:r>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r>
              <a:rPr lang="zh-CN" altLang="en-US"/>
              <a:t>所以我们只要求出最长相同前后缀就行了 代码就是KMP的模板</a:t>
            </a:r>
          </a:p>
        </p:txBody>
      </p:sp>
      <p:graphicFrame>
        <p:nvGraphicFramePr>
          <p:cNvPr id="4" name="对象 3">
            <a:extLst>
              <a:ext uri="{FF2B5EF4-FFF2-40B4-BE49-F238E27FC236}">
                <a16:creationId xmlns:a16="http://schemas.microsoft.com/office/drawing/2014/main" id="{F2A52A15-2D01-375A-08F7-E1893F0178AC}"/>
              </a:ext>
            </a:extLst>
          </p:cNvPr>
          <p:cNvGraphicFramePr/>
          <p:nvPr>
            <p:extLst>
              <p:ext uri="{D42A27DB-BD31-4B8C-83A1-F6EECF244321}">
                <p14:modId xmlns:p14="http://schemas.microsoft.com/office/powerpoint/2010/main" val="2414182989"/>
              </p:ext>
            </p:extLst>
          </p:nvPr>
        </p:nvGraphicFramePr>
        <p:xfrm>
          <a:off x="4581084" y="2834669"/>
          <a:ext cx="6623003" cy="1910080"/>
        </p:xfrm>
        <a:graphic>
          <a:graphicData uri="http://schemas.openxmlformats.org/presentationml/2006/ole">
            <mc:AlternateContent xmlns:mc="http://schemas.openxmlformats.org/markup-compatibility/2006">
              <mc:Choice xmlns:v="urn:schemas-microsoft-com:vml" Requires="v">
                <p:oleObj r:id="rId3" imgW="6638925" imgH="1495425" progId="Paint.Picture">
                  <p:embed/>
                </p:oleObj>
              </mc:Choice>
              <mc:Fallback>
                <p:oleObj r:id="rId3" imgW="6638925" imgH="1495425" progId="Paint.Picture">
                  <p:embed/>
                  <p:pic>
                    <p:nvPicPr>
                      <p:cNvPr id="2" name="对象 1"/>
                      <p:cNvPicPr/>
                      <p:nvPr/>
                    </p:nvPicPr>
                    <p:blipFill>
                      <a:blip r:embed="rId4"/>
                      <a:stretch>
                        <a:fillRect/>
                      </a:stretch>
                    </p:blipFill>
                    <p:spPr>
                      <a:xfrm>
                        <a:off x="4581084" y="2834669"/>
                        <a:ext cx="6623003" cy="1910080"/>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1217435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文本框 2">
            <a:extLst>
              <a:ext uri="{FF2B5EF4-FFF2-40B4-BE49-F238E27FC236}">
                <a16:creationId xmlns:a16="http://schemas.microsoft.com/office/drawing/2014/main" id="{F78DA116-3332-3B3B-424D-1DE88A718005}"/>
              </a:ext>
            </a:extLst>
          </p:cNvPr>
          <p:cNvSpPr txBox="1"/>
          <p:nvPr/>
        </p:nvSpPr>
        <p:spPr>
          <a:xfrm>
            <a:off x="3117273" y="592139"/>
            <a:ext cx="1794081" cy="369332"/>
          </a:xfrm>
          <a:prstGeom prst="rect">
            <a:avLst/>
          </a:prstGeom>
          <a:noFill/>
        </p:spPr>
        <p:txBody>
          <a:bodyPr wrap="none" rtlCol="0">
            <a:spAutoFit/>
          </a:bodyPr>
          <a:lstStyle/>
          <a:p>
            <a:pPr algn="l"/>
            <a:r>
              <a:rPr lang="zh-CN" altLang="en-US" dirty="0"/>
              <a:t>在</a:t>
            </a:r>
            <a:r>
              <a:rPr lang="en-US" altLang="zh-CN" dirty="0"/>
              <a:t>S</a:t>
            </a:r>
            <a:r>
              <a:rPr lang="zh-CN" altLang="en-US" dirty="0"/>
              <a:t>中删除所有</a:t>
            </a:r>
            <a:r>
              <a:rPr lang="en-US" altLang="zh-CN" dirty="0"/>
              <a:t>P</a:t>
            </a:r>
            <a:endParaRPr lang="zh-CN" altLang="en-US" dirty="0"/>
          </a:p>
        </p:txBody>
      </p:sp>
      <p:sp>
        <p:nvSpPr>
          <p:cNvPr id="8" name="文本框 7">
            <a:extLst>
              <a:ext uri="{FF2B5EF4-FFF2-40B4-BE49-F238E27FC236}">
                <a16:creationId xmlns:a16="http://schemas.microsoft.com/office/drawing/2014/main" id="{40C255FF-3012-51A2-5408-693AFB41114F}"/>
              </a:ext>
            </a:extLst>
          </p:cNvPr>
          <p:cNvSpPr txBox="1"/>
          <p:nvPr/>
        </p:nvSpPr>
        <p:spPr>
          <a:xfrm>
            <a:off x="3616036" y="2098964"/>
            <a:ext cx="1233030" cy="369332"/>
          </a:xfrm>
          <a:prstGeom prst="rect">
            <a:avLst/>
          </a:prstGeom>
          <a:noFill/>
        </p:spPr>
        <p:txBody>
          <a:bodyPr wrap="none" rtlCol="0">
            <a:spAutoFit/>
          </a:bodyPr>
          <a:lstStyle/>
          <a:p>
            <a:pPr algn="l"/>
            <a:r>
              <a:rPr lang="zh-CN" altLang="en-US" dirty="0"/>
              <a:t>洛谷</a:t>
            </a:r>
            <a:r>
              <a:rPr lang="en-US" altLang="zh-CN" dirty="0"/>
              <a:t>P4824</a:t>
            </a:r>
            <a:endParaRPr lang="zh-CN" altLang="en-US" dirty="0"/>
          </a:p>
        </p:txBody>
      </p:sp>
      <p:pic>
        <p:nvPicPr>
          <p:cNvPr id="4" name="图片 3">
            <a:extLst>
              <a:ext uri="{FF2B5EF4-FFF2-40B4-BE49-F238E27FC236}">
                <a16:creationId xmlns:a16="http://schemas.microsoft.com/office/drawing/2014/main" id="{1DD5CD3F-2723-BF0B-F026-1361D55A9E4A}"/>
              </a:ext>
            </a:extLst>
          </p:cNvPr>
          <p:cNvPicPr>
            <a:picLocks noChangeAspect="1"/>
          </p:cNvPicPr>
          <p:nvPr/>
        </p:nvPicPr>
        <p:blipFill>
          <a:blip r:embed="rId3"/>
          <a:stretch>
            <a:fillRect/>
          </a:stretch>
        </p:blipFill>
        <p:spPr>
          <a:xfrm>
            <a:off x="5474280" y="138545"/>
            <a:ext cx="6254850" cy="6463146"/>
          </a:xfrm>
          <a:prstGeom prst="rect">
            <a:avLst/>
          </a:prstGeom>
        </p:spPr>
      </p:pic>
    </p:spTree>
    <p:custDataLst>
      <p:tags r:id="rId1"/>
    </p:custDataLst>
    <p:extLst>
      <p:ext uri="{BB962C8B-B14F-4D97-AF65-F5344CB8AC3E}">
        <p14:creationId xmlns:p14="http://schemas.microsoft.com/office/powerpoint/2010/main" val="36325900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文本框 2">
            <a:extLst>
              <a:ext uri="{FF2B5EF4-FFF2-40B4-BE49-F238E27FC236}">
                <a16:creationId xmlns:a16="http://schemas.microsoft.com/office/drawing/2014/main" id="{F78DA116-3332-3B3B-424D-1DE88A718005}"/>
              </a:ext>
            </a:extLst>
          </p:cNvPr>
          <p:cNvSpPr txBox="1"/>
          <p:nvPr/>
        </p:nvSpPr>
        <p:spPr>
          <a:xfrm>
            <a:off x="3117273" y="592139"/>
            <a:ext cx="1082348" cy="369332"/>
          </a:xfrm>
          <a:prstGeom prst="rect">
            <a:avLst/>
          </a:prstGeom>
          <a:noFill/>
        </p:spPr>
        <p:txBody>
          <a:bodyPr wrap="none" rtlCol="0">
            <a:spAutoFit/>
          </a:bodyPr>
          <a:lstStyle/>
          <a:p>
            <a:pPr algn="l"/>
            <a:r>
              <a:rPr lang="zh-CN" altLang="en-US" dirty="0"/>
              <a:t>扩展</a:t>
            </a:r>
            <a:r>
              <a:rPr lang="en-US" altLang="zh-CN" dirty="0"/>
              <a:t>KMP</a:t>
            </a:r>
            <a:endParaRPr lang="zh-CN" altLang="en-US" dirty="0"/>
          </a:p>
        </p:txBody>
      </p:sp>
      <p:sp>
        <p:nvSpPr>
          <p:cNvPr id="8" name="文本框 7">
            <a:extLst>
              <a:ext uri="{FF2B5EF4-FFF2-40B4-BE49-F238E27FC236}">
                <a16:creationId xmlns:a16="http://schemas.microsoft.com/office/drawing/2014/main" id="{40C255FF-3012-51A2-5408-693AFB41114F}"/>
              </a:ext>
            </a:extLst>
          </p:cNvPr>
          <p:cNvSpPr txBox="1"/>
          <p:nvPr/>
        </p:nvSpPr>
        <p:spPr>
          <a:xfrm>
            <a:off x="3616036" y="2098964"/>
            <a:ext cx="1233030" cy="369332"/>
          </a:xfrm>
          <a:prstGeom prst="rect">
            <a:avLst/>
          </a:prstGeom>
          <a:noFill/>
        </p:spPr>
        <p:txBody>
          <a:bodyPr wrap="none" rtlCol="0">
            <a:spAutoFit/>
          </a:bodyPr>
          <a:lstStyle/>
          <a:p>
            <a:pPr algn="l"/>
            <a:r>
              <a:rPr lang="zh-CN" altLang="en-US" dirty="0"/>
              <a:t>洛谷</a:t>
            </a:r>
            <a:r>
              <a:rPr lang="en-US" altLang="zh-CN" dirty="0"/>
              <a:t>P5410</a:t>
            </a:r>
            <a:endParaRPr lang="zh-CN" altLang="en-US" dirty="0"/>
          </a:p>
        </p:txBody>
      </p:sp>
      <p:pic>
        <p:nvPicPr>
          <p:cNvPr id="4" name="图片 3">
            <a:extLst>
              <a:ext uri="{FF2B5EF4-FFF2-40B4-BE49-F238E27FC236}">
                <a16:creationId xmlns:a16="http://schemas.microsoft.com/office/drawing/2014/main" id="{E6C50F49-C393-745E-BF7F-46BF9BA9728B}"/>
              </a:ext>
            </a:extLst>
          </p:cNvPr>
          <p:cNvPicPr>
            <a:picLocks noChangeAspect="1"/>
          </p:cNvPicPr>
          <p:nvPr/>
        </p:nvPicPr>
        <p:blipFill>
          <a:blip r:embed="rId3"/>
          <a:stretch>
            <a:fillRect/>
          </a:stretch>
        </p:blipFill>
        <p:spPr>
          <a:xfrm>
            <a:off x="5693704" y="208071"/>
            <a:ext cx="5807759" cy="6372838"/>
          </a:xfrm>
          <a:prstGeom prst="rect">
            <a:avLst/>
          </a:prstGeom>
        </p:spPr>
      </p:pic>
    </p:spTree>
    <p:custDataLst>
      <p:tags r:id="rId1"/>
    </p:custDataLst>
    <p:extLst>
      <p:ext uri="{BB962C8B-B14F-4D97-AF65-F5344CB8AC3E}">
        <p14:creationId xmlns:p14="http://schemas.microsoft.com/office/powerpoint/2010/main" val="39170874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901189" y="192030"/>
            <a:ext cx="1027845"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KMP</a:t>
            </a:r>
            <a:endParaRPr lang="zh-CN" altLang="en-US" sz="3200" dirty="0">
              <a:solidFill>
                <a:schemeClr val="bg1"/>
              </a:solidFill>
              <a:latin typeface="Microsoft YaHei Light" panose="020B0502040204020203" pitchFamily="34" charset="-122"/>
              <a:ea typeface="Microsoft YaHei Light" panose="020B0502040204020203" pitchFamily="34" charset="-122"/>
            </a:endParaRPr>
          </a:p>
        </p:txBody>
      </p:sp>
      <p:sp>
        <p:nvSpPr>
          <p:cNvPr id="3" name="文本框 2">
            <a:extLst>
              <a:ext uri="{FF2B5EF4-FFF2-40B4-BE49-F238E27FC236}">
                <a16:creationId xmlns:a16="http://schemas.microsoft.com/office/drawing/2014/main" id="{F78DA116-3332-3B3B-424D-1DE88A718005}"/>
              </a:ext>
            </a:extLst>
          </p:cNvPr>
          <p:cNvSpPr txBox="1"/>
          <p:nvPr/>
        </p:nvSpPr>
        <p:spPr>
          <a:xfrm>
            <a:off x="3117273" y="592139"/>
            <a:ext cx="646331" cy="369332"/>
          </a:xfrm>
          <a:prstGeom prst="rect">
            <a:avLst/>
          </a:prstGeom>
          <a:noFill/>
        </p:spPr>
        <p:txBody>
          <a:bodyPr wrap="none" rtlCol="0">
            <a:spAutoFit/>
          </a:bodyPr>
          <a:lstStyle/>
          <a:p>
            <a:pPr algn="l"/>
            <a:r>
              <a:rPr lang="zh-CN" altLang="en-US" dirty="0"/>
              <a:t>练习</a:t>
            </a:r>
          </a:p>
        </p:txBody>
      </p:sp>
      <p:sp>
        <p:nvSpPr>
          <p:cNvPr id="8" name="文本框 7">
            <a:extLst>
              <a:ext uri="{FF2B5EF4-FFF2-40B4-BE49-F238E27FC236}">
                <a16:creationId xmlns:a16="http://schemas.microsoft.com/office/drawing/2014/main" id="{40C255FF-3012-51A2-5408-693AFB41114F}"/>
              </a:ext>
            </a:extLst>
          </p:cNvPr>
          <p:cNvSpPr txBox="1"/>
          <p:nvPr/>
        </p:nvSpPr>
        <p:spPr>
          <a:xfrm>
            <a:off x="3194854" y="1461655"/>
            <a:ext cx="4503156" cy="369332"/>
          </a:xfrm>
          <a:prstGeom prst="rect">
            <a:avLst/>
          </a:prstGeom>
          <a:noFill/>
        </p:spPr>
        <p:txBody>
          <a:bodyPr wrap="none" rtlCol="0">
            <a:spAutoFit/>
          </a:bodyPr>
          <a:lstStyle/>
          <a:p>
            <a:pPr algn="l"/>
            <a:r>
              <a:rPr lang="zh-CN" altLang="en-US" dirty="0"/>
              <a:t>洛谷</a:t>
            </a:r>
            <a:r>
              <a:rPr lang="en-US" altLang="zh-CN" dirty="0"/>
              <a:t>P3375</a:t>
            </a:r>
            <a:r>
              <a:rPr lang="zh-CN" altLang="en-US" dirty="0"/>
              <a:t>，</a:t>
            </a:r>
            <a:r>
              <a:rPr lang="en-US" altLang="zh-CN" dirty="0"/>
              <a:t>P3435</a:t>
            </a:r>
            <a:r>
              <a:rPr lang="zh-CN" altLang="en-US" dirty="0"/>
              <a:t>，</a:t>
            </a:r>
            <a:r>
              <a:rPr lang="en-US" altLang="zh-CN" dirty="0"/>
              <a:t>P2375</a:t>
            </a:r>
            <a:r>
              <a:rPr lang="zh-CN" altLang="en-US" dirty="0"/>
              <a:t>，</a:t>
            </a:r>
            <a:r>
              <a:rPr lang="en-US" altLang="zh-CN" dirty="0"/>
              <a:t>P3426</a:t>
            </a:r>
            <a:r>
              <a:rPr lang="zh-CN" altLang="en-US" dirty="0"/>
              <a:t>，</a:t>
            </a:r>
            <a:r>
              <a:rPr lang="en-US" altLang="zh-CN" dirty="0"/>
              <a:t>P3193</a:t>
            </a:r>
            <a:endParaRPr lang="zh-CN" altLang="en-US" dirty="0"/>
          </a:p>
        </p:txBody>
      </p:sp>
    </p:spTree>
    <p:custDataLst>
      <p:tags r:id="rId1"/>
    </p:custDataLst>
    <p:extLst>
      <p:ext uri="{BB962C8B-B14F-4D97-AF65-F5344CB8AC3E}">
        <p14:creationId xmlns:p14="http://schemas.microsoft.com/office/powerpoint/2010/main" val="260672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490063" y="142412"/>
            <a:ext cx="1961563" cy="584775"/>
          </a:xfrm>
          <a:prstGeom prst="rect">
            <a:avLst/>
          </a:prstGeom>
          <a:noFill/>
        </p:spPr>
        <p:txBody>
          <a:bodyPr wrap="none" rtlCol="0">
            <a:spAutoFit/>
          </a:bodyPr>
          <a:lstStyle/>
          <a:p>
            <a:pPr algn="l"/>
            <a:r>
              <a:rPr lang="en-US" altLang="zh-CN" sz="3200" dirty="0">
                <a:solidFill>
                  <a:schemeClr val="bg1"/>
                </a:solidFill>
                <a:latin typeface="Microsoft YaHei Light" panose="020B0502040204020203" pitchFamily="34" charset="-122"/>
                <a:ea typeface="Microsoft YaHei Light" panose="020B0502040204020203" pitchFamily="34" charset="-122"/>
              </a:rPr>
              <a:t>AC</a:t>
            </a:r>
            <a:r>
              <a:rPr lang="zh-CN" altLang="en-US" sz="3200" dirty="0">
                <a:solidFill>
                  <a:schemeClr val="bg1"/>
                </a:solidFill>
                <a:latin typeface="Microsoft YaHei Light" panose="020B0502040204020203" pitchFamily="34" charset="-122"/>
                <a:ea typeface="Microsoft YaHei Light" panose="020B0502040204020203" pitchFamily="34" charset="-122"/>
              </a:rPr>
              <a:t>自动机</a:t>
            </a:r>
          </a:p>
        </p:txBody>
      </p:sp>
    </p:spTree>
    <p:custDataLst>
      <p:tags r:id="rId1"/>
    </p:custDataLst>
    <p:extLst>
      <p:ext uri="{BB962C8B-B14F-4D97-AF65-F5344CB8AC3E}">
        <p14:creationId xmlns:p14="http://schemas.microsoft.com/office/powerpoint/2010/main" val="34194555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112448" y="0"/>
            <a:ext cx="3057247"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后缀和后缀数组</a:t>
            </a:r>
          </a:p>
        </p:txBody>
      </p:sp>
    </p:spTree>
    <p:custDataLst>
      <p:tags r:id="rId1"/>
    </p:custDataLst>
    <p:extLst>
      <p:ext uri="{BB962C8B-B14F-4D97-AF65-F5344CB8AC3E}">
        <p14:creationId xmlns:p14="http://schemas.microsoft.com/office/powerpoint/2010/main" val="15616594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383738" y="135323"/>
            <a:ext cx="2236510"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后缀自动机</a:t>
            </a:r>
          </a:p>
        </p:txBody>
      </p:sp>
    </p:spTree>
    <p:custDataLst>
      <p:tags r:id="rId1"/>
    </p:custDataLst>
    <p:extLst>
      <p:ext uri="{BB962C8B-B14F-4D97-AF65-F5344CB8AC3E}">
        <p14:creationId xmlns:p14="http://schemas.microsoft.com/office/powerpoint/2010/main" val="828524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D396C5-0C56-23A1-DB5B-6F1AC2B2E416}"/>
              </a:ext>
            </a:extLst>
          </p:cNvPr>
          <p:cNvSpPr txBox="1"/>
          <p:nvPr/>
        </p:nvSpPr>
        <p:spPr>
          <a:xfrm>
            <a:off x="838201" y="128718"/>
            <a:ext cx="1005403" cy="584775"/>
          </a:xfrm>
          <a:prstGeom prst="rect">
            <a:avLst/>
          </a:prstGeom>
          <a:noFill/>
        </p:spPr>
        <p:txBody>
          <a:bodyPr wrap="none" rtlCol="0">
            <a:spAutoFit/>
          </a:bodyPr>
          <a:lstStyle/>
          <a:p>
            <a:pPr algn="l"/>
            <a:r>
              <a:rPr lang="zh-CN" altLang="en-US" sz="3200" dirty="0">
                <a:solidFill>
                  <a:schemeClr val="bg1"/>
                </a:solidFill>
                <a:latin typeface="Microsoft YaHei Light" panose="020B0502040204020203" pitchFamily="34" charset="-122"/>
                <a:ea typeface="Microsoft YaHei Light" panose="020B0502040204020203" pitchFamily="34" charset="-122"/>
              </a:rPr>
              <a:t>练习</a:t>
            </a:r>
          </a:p>
        </p:txBody>
      </p:sp>
      <p:sp>
        <p:nvSpPr>
          <p:cNvPr id="3" name="标题 1">
            <a:extLst>
              <a:ext uri="{FF2B5EF4-FFF2-40B4-BE49-F238E27FC236}">
                <a16:creationId xmlns:a16="http://schemas.microsoft.com/office/drawing/2014/main" id="{D399D4DB-7D6B-CE99-2795-C1F385C2707A}"/>
              </a:ext>
            </a:extLst>
          </p:cNvPr>
          <p:cNvSpPr>
            <a:spLocks noGrp="1"/>
          </p:cNvSpPr>
          <p:nvPr>
            <p:ph type="title"/>
          </p:nvPr>
        </p:nvSpPr>
        <p:spPr>
          <a:xfrm>
            <a:off x="3253562" y="365125"/>
            <a:ext cx="8100237" cy="1325563"/>
          </a:xfrm>
        </p:spPr>
        <p:txBody>
          <a:bodyPr/>
          <a:lstStyle/>
          <a:p>
            <a:r>
              <a:rPr lang="zh-CN" altLang="en-US" dirty="0"/>
              <a:t>综合练习</a:t>
            </a:r>
          </a:p>
        </p:txBody>
      </p:sp>
      <p:sp>
        <p:nvSpPr>
          <p:cNvPr id="4" name="内容占位符 2">
            <a:extLst>
              <a:ext uri="{FF2B5EF4-FFF2-40B4-BE49-F238E27FC236}">
                <a16:creationId xmlns:a16="http://schemas.microsoft.com/office/drawing/2014/main" id="{68C7F034-BC98-8240-671D-A380B48A6683}"/>
              </a:ext>
            </a:extLst>
          </p:cNvPr>
          <p:cNvSpPr txBox="1">
            <a:spLocks/>
          </p:cNvSpPr>
          <p:nvPr/>
        </p:nvSpPr>
        <p:spPr>
          <a:xfrm>
            <a:off x="3253562" y="1825625"/>
            <a:ext cx="8100237" cy="435133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a:p>
            <a:r>
              <a:rPr lang="zh-CN" altLang="en-US" dirty="0"/>
              <a:t>https://www.luogu.com.cn/training/47800</a:t>
            </a:r>
          </a:p>
        </p:txBody>
      </p:sp>
    </p:spTree>
    <p:custDataLst>
      <p:tags r:id="rId1"/>
    </p:custDataLst>
    <p:extLst>
      <p:ext uri="{BB962C8B-B14F-4D97-AF65-F5344CB8AC3E}">
        <p14:creationId xmlns:p14="http://schemas.microsoft.com/office/powerpoint/2010/main" val="16888477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2"/>
            </p:custDataLst>
          </p:nvPr>
        </p:nvSpPr>
        <p:spPr/>
        <p:txBody>
          <a:bodyPr/>
          <a:lstStyle/>
          <a:p>
            <a:r>
              <a:rPr lang="en-US" altLang="zh-CN" dirty="0"/>
              <a:t>Thank you</a:t>
            </a: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WViYmJlMGRmY2MwZGI1ZDNmYzc4MDJjNzFmY2M3Nm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9"/>
  <p:tag name="KSO_WM_TEMPLATE_CATEGORY" val="custom"/>
  <p:tag name="KSO_WM_TEMPLATE_INDEX" val="2023335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354"/>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354"/>
  <p:tag name="KSO_WM_TEMPLATE_THUMBS_INDEX" val="1、9"/>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3.0"/>
  <p:tag name="KSO_WM_BEAUTIFY_FLAG" val="#wm#"/>
  <p:tag name="KSO_WM_UNIT_TYPE" val="i"/>
  <p:tag name="KSO_WM_UNIT_INDEX" val="5"/>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VALUE" val="160"/>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9"/>
  <p:tag name="KSO_WM_TEMPLATE_CATEGORY" val="custom"/>
  <p:tag name="KSO_WM_TEMPLATE_INDEX" val="20233354"/>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354"/>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354"/>
  <p:tag name="KSO_WM_TEMPLATE_THUMBS_INDEX" val="1、9"/>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3.0"/>
  <p:tag name="KSO_WM_BEAUTIFY_FLAG" val="#wm#"/>
  <p:tag name="KSO_WM_UNIT_TYPE" val="i"/>
  <p:tag name="KSO_WM_UNIT_INDEX" val="5"/>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VALUE" val="160"/>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152.xml><?xml version="1.0" encoding="utf-8"?>
<p:tagLst xmlns:a="http://schemas.openxmlformats.org/drawingml/2006/main" xmlns:r="http://schemas.openxmlformats.org/officeDocument/2006/relationships" xmlns:p="http://schemas.openxmlformats.org/presentationml/2006/main">
  <p:tag name="KSO_WM_SLIDE_ID" val="custom2023335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54"/>
  <p:tag name="KSO_WM_SLIDE_LAYOUT" val="a_f"/>
  <p:tag name="KSO_WM_SLIDE_LAYOUT_CNT" val="1_1"/>
  <p:tag name="KSO_WM_SLIDE_TYPE" val="title"/>
  <p:tag name="KSO_WM_SLIDE_SUBTYPE" val="pureTxt"/>
  <p:tag name="KSO_WM_TEMPLATE_THUMBS_INDEX" val="1、9"/>
  <p:tag name="KSO_WM_SLIDE_THEME_ID" val="3325179"/>
  <p:tag name="KSO_WM_SLIDE_THEME_NAME" val="青色博士帽简约风主题"/>
</p:tagLst>
</file>

<file path=ppt/tags/tag1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354_1*a*1"/>
  <p:tag name="KSO_WM_TEMPLATE_CATEGORY" val="custom"/>
  <p:tag name="KSO_WM_TEMPLATE_INDEX" val="20233354"/>
  <p:tag name="KSO_WM_UNIT_LAYERLEVEL" val="1"/>
  <p:tag name="KSO_WM_TAG_VERSION" val="3.0"/>
  <p:tag name="KSO_WM_BEAUTIFY_FLAG" val="#wm#"/>
  <p:tag name="KSO_WM_UNIT_PRESET_TEXT" val="单击此处添加文档标题"/>
</p:tagLst>
</file>

<file path=ppt/tags/tag154.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custom20233354_1*f*1"/>
  <p:tag name="KSO_WM_TEMPLATE_CATEGORY" val="custom"/>
  <p:tag name="KSO_WM_TEMPLATE_INDEX" val="20233354"/>
  <p:tag name="KSO_WM_UNIT_LAYERLEVEL" val="1"/>
  <p:tag name="KSO_WM_TAG_VERSION" val="3.0"/>
  <p:tag name="KSO_WM_BEAUTIFY_FLAG" val="#wm#"/>
  <p:tag name="KSO_WM_UNIT_PRESET_TEXT" val="汇报人：WPS"/>
</p:tagLst>
</file>

<file path=ppt/tags/tag155.xml><?xml version="1.0" encoding="utf-8"?>
<p:tagLst xmlns:a="http://schemas.openxmlformats.org/drawingml/2006/main" xmlns:r="http://schemas.openxmlformats.org/officeDocument/2006/relationships" xmlns:p="http://schemas.openxmlformats.org/presentationml/2006/main">
  <p:tag name="KSO_WM_SLIDE_ID" val="custom20233354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3354"/>
  <p:tag name="KSO_WM_SLIDE_LAYOUT" val="a_l"/>
  <p:tag name="KSO_WM_SLIDE_LAYOUT_CNT" val="1_1"/>
  <p:tag name="KSO_WM_SLIDE_TYPE" val="contents"/>
  <p:tag name="KSO_WM_SLIDE_SUBTYPE" val="diag"/>
  <p:tag name="KSO_WM_DIAGRAM_GROUP_CODE" val="l1-1"/>
  <p:tag name="KSO_WM_SLIDE_DIAGTYPE" val="l"/>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3354_4*a*1"/>
  <p:tag name="KSO_WM_TEMPLATE_CATEGORY" val="custom"/>
  <p:tag name="KSO_WM_TEMPLATE_INDEX" val="20233354"/>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PRESET_TEXT" val="目录"/>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3354_4*l_h_i*1_1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Lst>
</file>

<file path=ppt/tags/tag1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3354_4*l_h_a*1_1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3354_4*l_h_i*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Lst>
</file>

<file path=ppt/tags/tag1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3354_4*l_h_a*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3354_4*l_h_i*1_2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Lst>
</file>

<file path=ppt/tags/tag1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3354_4*l_h_a*1_2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3354_4*l_h_i*1_4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Lst>
</file>

<file path=ppt/tags/tag1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3354_4*l_h_a*1_4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3354_4*l_h_i*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Lst>
</file>

<file path=ppt/tags/tag1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3354_4*l_h_a*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1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3354_4*l_h_a*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3354_4*l_h_i*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Lst>
</file>

<file path=ppt/tags/tag169.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2.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5.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6.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8.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1.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4.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7.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0.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3.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4.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6.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9.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0.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2.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5.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6.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8.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09.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1.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2.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4.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5.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17.xml><?xml version="1.0" encoding="utf-8"?>
<p:tagLst xmlns:a="http://schemas.openxmlformats.org/drawingml/2006/main" xmlns:r="http://schemas.openxmlformats.org/officeDocument/2006/relationships" xmlns:p="http://schemas.openxmlformats.org/presentationml/2006/main">
  <p:tag name="KSO_WM_SLIDE_ID" val="custom20233354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3354"/>
  <p:tag name="KSO_WM_SLIDE_TYPE" val="endPage"/>
  <p:tag name="KSO_WM_SLIDE_SUBTYPE" val="pureTxt"/>
  <p:tag name="KSO_WM_SLIDE_LAYOUT" val="a_f"/>
  <p:tag name="KSO_WM_SLIDE_LAYOUT_CNT" val="1_1"/>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3354_9*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 name="KSO_WM_UNIT_PRESET_TEXT" val="感谢指正"/>
</p:tagLst>
</file>

<file path=ppt/theme/theme1.xml><?xml version="1.0" encoding="utf-8"?>
<a:theme xmlns:a="http://schemas.openxmlformats.org/drawingml/2006/main" name="Office 主题​​">
  <a:themeElements>
    <a:clrScheme name="自定义 126">
      <a:dk1>
        <a:srgbClr val="000000"/>
      </a:dk1>
      <a:lt1>
        <a:srgbClr val="FFFFFF"/>
      </a:lt1>
      <a:dk2>
        <a:srgbClr val="081119"/>
      </a:dk2>
      <a:lt2>
        <a:srgbClr val="FFFFFF"/>
      </a:lt2>
      <a:accent1>
        <a:srgbClr val="4F65D2"/>
      </a:accent1>
      <a:accent2>
        <a:srgbClr val="4F8BD2"/>
      </a:accent2>
      <a:accent3>
        <a:srgbClr val="735EC8"/>
      </a:accent3>
      <a:accent4>
        <a:srgbClr val="62A7BC"/>
      </a:accent4>
      <a:accent5>
        <a:srgbClr val="7C5BB2"/>
      </a:accent5>
      <a:accent6>
        <a:srgbClr val="6A7EC4"/>
      </a:accent6>
      <a:hlink>
        <a:srgbClr val="658BD5"/>
      </a:hlink>
      <a:folHlink>
        <a:srgbClr val="A16AA5"/>
      </a:folHlink>
    </a:clrScheme>
    <a:fontScheme name="自定义 68">
      <a:majorFont>
        <a:latin typeface="MiSans Bold"/>
        <a:ea typeface="微软雅黑"/>
        <a:cs typeface=""/>
      </a:majorFont>
      <a:minorFont>
        <a:latin typeface="MiSans Bold"/>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81119"/>
      </a:dk2>
      <a:lt2>
        <a:srgbClr val="FFFFFF"/>
      </a:lt2>
      <a:accent1>
        <a:srgbClr val="4F65D2"/>
      </a:accent1>
      <a:accent2>
        <a:srgbClr val="4F8BD2"/>
      </a:accent2>
      <a:accent3>
        <a:srgbClr val="735EC8"/>
      </a:accent3>
      <a:accent4>
        <a:srgbClr val="62A7BC"/>
      </a:accent4>
      <a:accent5>
        <a:srgbClr val="7C5BB2"/>
      </a:accent5>
      <a:accent6>
        <a:srgbClr val="6A7EC4"/>
      </a:accent6>
      <a:hlink>
        <a:srgbClr val="658BD5"/>
      </a:hlink>
      <a:folHlink>
        <a:srgbClr val="A16AA5"/>
      </a:folHlink>
    </a:clrScheme>
    <a:fontScheme name="自定义 68">
      <a:majorFont>
        <a:latin typeface="MiSans Bold"/>
        <a:ea typeface=""/>
        <a:cs typeface=""/>
      </a:majorFont>
      <a:minorFont>
        <a:latin typeface="MiSans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TotalTime>
  <Words>2989</Words>
  <Application>Microsoft Office PowerPoint</Application>
  <PresentationFormat>宽屏</PresentationFormat>
  <Paragraphs>256</Paragraphs>
  <Slides>51</Slides>
  <Notes>0</Notes>
  <HiddenSlides>0</HiddenSlides>
  <MMClips>0</MMClips>
  <ScaleCrop>false</ScaleCrop>
  <HeadingPairs>
    <vt:vector size="8" baseType="variant">
      <vt:variant>
        <vt:lpstr>已用的字体</vt:lpstr>
      </vt:variant>
      <vt:variant>
        <vt:i4>4</vt:i4>
      </vt:variant>
      <vt:variant>
        <vt:lpstr>主题</vt:lpstr>
      </vt:variant>
      <vt:variant>
        <vt:i4>2</vt:i4>
      </vt:variant>
      <vt:variant>
        <vt:lpstr>嵌入 OLE 服务器</vt:lpstr>
      </vt:variant>
      <vt:variant>
        <vt:i4>2</vt:i4>
      </vt:variant>
      <vt:variant>
        <vt:lpstr>幻灯片标题</vt:lpstr>
      </vt:variant>
      <vt:variant>
        <vt:i4>51</vt:i4>
      </vt:variant>
    </vt:vector>
  </HeadingPairs>
  <TitlesOfParts>
    <vt:vector size="59" baseType="lpstr">
      <vt:lpstr>Microsoft YaHei Light</vt:lpstr>
      <vt:lpstr>MiSans Bold</vt:lpstr>
      <vt:lpstr>Arial</vt:lpstr>
      <vt:lpstr>Calibri</vt:lpstr>
      <vt:lpstr>Office 主题​​</vt:lpstr>
      <vt:lpstr>1_Office 主题​​</vt:lpstr>
      <vt:lpstr>WPS 公式 3.0</vt:lpstr>
      <vt:lpstr>Paint.Picture</vt:lpstr>
      <vt:lpstr>字符串string算法专题分享</vt:lpstr>
      <vt:lpstr>Content</vt:lpstr>
      <vt:lpstr>Hash</vt:lpstr>
      <vt:lpstr>PowerPoint 演示文稿</vt:lpstr>
      <vt:lpstr>PowerPoint 演示文稿</vt:lpstr>
      <vt:lpstr>无错hash</vt:lpstr>
      <vt:lpstr>多重hash</vt:lpstr>
      <vt:lpstr>模板题</vt:lpstr>
      <vt:lpstr>进制哈希与最长回文串</vt:lpstr>
      <vt:lpstr>进制哈希与循环节</vt:lpstr>
      <vt:lpstr>练习：洛谷P5270，P5537</vt:lpstr>
      <vt:lpstr>Manacher</vt:lpstr>
      <vt:lpstr>答案当然是有的！</vt:lpstr>
      <vt:lpstr>PowerPoint 演示文稿</vt:lpstr>
      <vt:lpstr>PowerPoint 演示文稿</vt:lpstr>
      <vt:lpstr>PowerPoint 演示文稿</vt:lpstr>
      <vt:lpstr>PowerPoint 演示文稿</vt:lpstr>
      <vt:lpstr>模板题</vt:lpstr>
      <vt:lpstr>练习</vt:lpstr>
      <vt:lpstr>PowerPoint 演示文稿</vt:lpstr>
      <vt:lpstr>字典树Trie</vt:lpstr>
      <vt:lpstr>PowerPoint 演示文稿</vt:lpstr>
      <vt:lpstr>PowerPoint 演示文稿</vt:lpstr>
      <vt:lpstr>PowerPoint 演示文稿</vt:lpstr>
      <vt:lpstr>Phone list（UVA11362 ）</vt:lpstr>
      <vt:lpstr>PowerPoint 演示文稿</vt:lpstr>
      <vt:lpstr>[USACO08DEC]Secret Message G(P2922)</vt:lpstr>
      <vt:lpstr>PowerPoint 演示文稿</vt:lpstr>
      <vt:lpstr>01Trie</vt:lpstr>
      <vt:lpstr>PowerPoint 演示文稿</vt:lpstr>
      <vt:lpstr>PowerPoint 演示文稿</vt:lpstr>
      <vt:lpstr>PowerPoint 演示文稿</vt:lpstr>
      <vt:lpstr>KMP</vt:lpstr>
      <vt:lpstr>PowerPoint 演示文稿</vt:lpstr>
      <vt:lpstr>PowerPoint 演示文稿</vt:lpstr>
      <vt:lpstr>那这个next数组怎么求呢？ </vt:lpstr>
      <vt:lpstr>重点来了！！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综合练习</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Always</dc:creator>
  <cp:lastModifiedBy>禹洲 朱</cp:lastModifiedBy>
  <cp:revision>29</cp:revision>
  <dcterms:created xsi:type="dcterms:W3CDTF">2023-08-09T12:44:00Z</dcterms:created>
  <dcterms:modified xsi:type="dcterms:W3CDTF">2024-09-30T13:57:09Z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2052-12.1.0.17147</vt:lpwstr>
  </property>
</Properties>
</file>