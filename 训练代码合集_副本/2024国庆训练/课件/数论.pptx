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1"/>
  </p:sldMasterIdLst>
  <p:notesMasterIdLst>
    <p:notesMasterId r:id="rId37"/>
  </p:notesMasterIdLst>
  <p:sldIdLst>
    <p:sldId id="256" r:id="rId2"/>
    <p:sldId id="265" r:id="rId3"/>
    <p:sldId id="257" r:id="rId4"/>
    <p:sldId id="269" r:id="rId5"/>
    <p:sldId id="259" r:id="rId6"/>
    <p:sldId id="268" r:id="rId7"/>
    <p:sldId id="276" r:id="rId8"/>
    <p:sldId id="277" r:id="rId9"/>
    <p:sldId id="270" r:id="rId10"/>
    <p:sldId id="274" r:id="rId11"/>
    <p:sldId id="275" r:id="rId12"/>
    <p:sldId id="281" r:id="rId13"/>
    <p:sldId id="258" r:id="rId14"/>
    <p:sldId id="262" r:id="rId15"/>
    <p:sldId id="291" r:id="rId16"/>
    <p:sldId id="280" r:id="rId17"/>
    <p:sldId id="282" r:id="rId18"/>
    <p:sldId id="264" r:id="rId19"/>
    <p:sldId id="260" r:id="rId20"/>
    <p:sldId id="261" r:id="rId21"/>
    <p:sldId id="263" r:id="rId22"/>
    <p:sldId id="266" r:id="rId23"/>
    <p:sldId id="267" r:id="rId24"/>
    <p:sldId id="271" r:id="rId25"/>
    <p:sldId id="272" r:id="rId26"/>
    <p:sldId id="273" r:id="rId27"/>
    <p:sldId id="278" r:id="rId28"/>
    <p:sldId id="279" r:id="rId29"/>
    <p:sldId id="283" r:id="rId30"/>
    <p:sldId id="290" r:id="rId31"/>
    <p:sldId id="284" r:id="rId32"/>
    <p:sldId id="285" r:id="rId33"/>
    <p:sldId id="286" r:id="rId34"/>
    <p:sldId id="287" r:id="rId35"/>
    <p:sldId id="289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A3FAEA-3492-4CF9-A32F-DDFC2847912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5B720B-7AFB-4981-91EF-316DA9DF753C}">
      <dgm:prSet/>
      <dgm:spPr/>
      <dgm:t>
        <a:bodyPr/>
        <a:lstStyle/>
        <a:p>
          <a:r>
            <a:rPr lang="zh-CN"/>
            <a:t>取模化简</a:t>
          </a:r>
          <a:endParaRPr lang="en-US"/>
        </a:p>
      </dgm:t>
    </dgm:pt>
    <dgm:pt modelId="{C7D7B98E-F96E-422B-B43F-E970EA477431}" type="parTrans" cxnId="{03DFC49F-CDF6-4A7D-87EE-FF22E2B50EB9}">
      <dgm:prSet/>
      <dgm:spPr/>
      <dgm:t>
        <a:bodyPr/>
        <a:lstStyle/>
        <a:p>
          <a:endParaRPr lang="en-US"/>
        </a:p>
      </dgm:t>
    </dgm:pt>
    <dgm:pt modelId="{21E68D4B-4039-4122-A11B-A9AD48B166CE}" type="sibTrans" cxnId="{03DFC49F-CDF6-4A7D-87EE-FF22E2B50EB9}">
      <dgm:prSet/>
      <dgm:spPr/>
      <dgm:t>
        <a:bodyPr/>
        <a:lstStyle/>
        <a:p>
          <a:endParaRPr lang="en-US"/>
        </a:p>
      </dgm:t>
    </dgm:pt>
    <dgm:pt modelId="{CE871305-ADFA-48A7-AB46-7E0262DFC899}">
      <dgm:prSet/>
      <dgm:spPr/>
      <dgm:t>
        <a:bodyPr/>
        <a:lstStyle/>
        <a:p>
          <a:r>
            <a:rPr lang="zh-CN"/>
            <a:t>表示贡献</a:t>
          </a:r>
          <a:endParaRPr lang="en-US"/>
        </a:p>
      </dgm:t>
    </dgm:pt>
    <dgm:pt modelId="{6968A8EF-C11F-42BA-BF0F-82662BD58830}" type="parTrans" cxnId="{A6BA9CBF-1306-4D91-B97E-3337E517B0EA}">
      <dgm:prSet/>
      <dgm:spPr/>
      <dgm:t>
        <a:bodyPr/>
        <a:lstStyle/>
        <a:p>
          <a:endParaRPr lang="en-US"/>
        </a:p>
      </dgm:t>
    </dgm:pt>
    <dgm:pt modelId="{4F884D42-B6BC-4C88-9879-58AE8166E446}" type="sibTrans" cxnId="{A6BA9CBF-1306-4D91-B97E-3337E517B0E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B2FDA39C-79AF-497D-BFF8-EB4B4685DE75}">
          <dgm:prSet/>
          <dgm:spPr/>
          <dgm:t>
            <a:bodyPr/>
            <a:lstStyle/>
            <a:p>
              <a:r>
                <a:rPr lang="zh-CN" dirty="0"/>
                <a:t>交换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n-US" i="0" dirty="0" smtClean="0">
                      <a:latin typeface="Cambria Math" panose="02040503050406030204" pitchFamily="18" charset="0"/>
                    </a:rPr>
                    <m:t>Σ</m:t>
                  </m:r>
                </m:oMath>
              </a14:m>
              <a:endParaRPr lang="en-US" dirty="0"/>
            </a:p>
          </dgm:t>
        </dgm:pt>
      </mc:Choice>
      <mc:Fallback>
        <dgm:pt modelId="{B2FDA39C-79AF-497D-BFF8-EB4B4685DE75}">
          <dgm:prSet/>
          <dgm:spPr/>
          <dgm:t>
            <a:bodyPr/>
            <a:lstStyle/>
            <a:p>
              <a:r>
                <a:rPr lang="zh-CN" dirty="0"/>
                <a:t>交换</a:t>
              </a:r>
              <a:r>
                <a:rPr lang="en-US" i="0" dirty="0">
                  <a:latin typeface="Cambria Math" panose="02040503050406030204" pitchFamily="18" charset="0"/>
                </a:rPr>
                <a:t>Σ</a:t>
              </a:r>
              <a:endParaRPr lang="en-US" dirty="0"/>
            </a:p>
          </dgm:t>
        </dgm:pt>
      </mc:Fallback>
    </mc:AlternateContent>
    <dgm:pt modelId="{6952B976-55C2-4A36-BA4E-61CAB06E4737}" type="parTrans" cxnId="{C95CA449-3F41-46B1-88D4-D10AD9B825E5}">
      <dgm:prSet/>
      <dgm:spPr/>
      <dgm:t>
        <a:bodyPr/>
        <a:lstStyle/>
        <a:p>
          <a:endParaRPr lang="en-US"/>
        </a:p>
      </dgm:t>
    </dgm:pt>
    <dgm:pt modelId="{61A4204A-834A-4348-A581-5127130FAD7F}" type="sibTrans" cxnId="{C95CA449-3F41-46B1-88D4-D10AD9B825E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B1B05FA7-3BAE-472B-B87E-B599268DC23A}">
          <dgm:prSet/>
          <dgm:spPr/>
          <dgm:t>
            <a:bodyPr/>
            <a:lstStyle/>
            <a:p>
              <a:r>
                <a:rPr lang="zh-CN" dirty="0"/>
                <a:t>寻找内层</a:t>
              </a:r>
              <a14:m>
                <m:oMath xmlns:m="http://schemas.openxmlformats.org/officeDocument/2006/math">
                  <m:r>
                    <a:rPr lang="zh-CN" i="1" dirty="0" smtClean="0">
                      <a:latin typeface="Cambria Math" panose="02040503050406030204" pitchFamily="18" charset="0"/>
                    </a:rPr>
                    <m:t>∑</m:t>
                  </m:r>
                </m:oMath>
              </a14:m>
              <a:r>
                <a:rPr lang="zh-CN" dirty="0"/>
                <a:t>的上界</a:t>
              </a:r>
              <a:endParaRPr lang="en-US" dirty="0"/>
            </a:p>
          </dgm:t>
        </dgm:pt>
      </mc:Choice>
      <mc:Fallback>
        <dgm:pt modelId="{B1B05FA7-3BAE-472B-B87E-B599268DC23A}">
          <dgm:prSet/>
          <dgm:spPr/>
          <dgm:t>
            <a:bodyPr/>
            <a:lstStyle/>
            <a:p>
              <a:r>
                <a:rPr lang="zh-CN" dirty="0"/>
                <a:t>寻找内层</a:t>
              </a:r>
              <a:r>
                <a:rPr lang="zh-CN" i="0" dirty="0">
                  <a:latin typeface="Cambria Math" panose="02040503050406030204" pitchFamily="18" charset="0"/>
                </a:rPr>
                <a:t>∑</a:t>
              </a:r>
              <a:r>
                <a:rPr lang="zh-CN" dirty="0"/>
                <a:t>的上界</a:t>
              </a:r>
              <a:endParaRPr lang="en-US" dirty="0"/>
            </a:p>
          </dgm:t>
        </dgm:pt>
      </mc:Fallback>
    </mc:AlternateContent>
    <dgm:pt modelId="{B7A776C9-9D6C-439B-AEE2-1B8543721035}" type="parTrans" cxnId="{B94241D1-F8D4-47DE-98F5-45E09650C084}">
      <dgm:prSet/>
      <dgm:spPr/>
      <dgm:t>
        <a:bodyPr/>
        <a:lstStyle/>
        <a:p>
          <a:endParaRPr lang="en-US"/>
        </a:p>
      </dgm:t>
    </dgm:pt>
    <dgm:pt modelId="{DB65162F-A8E3-4414-A6D0-73A4E2AC809F}" type="sibTrans" cxnId="{B94241D1-F8D4-47DE-98F5-45E09650C084}">
      <dgm:prSet/>
      <dgm:spPr/>
      <dgm:t>
        <a:bodyPr/>
        <a:lstStyle/>
        <a:p>
          <a:endParaRPr lang="en-US"/>
        </a:p>
      </dgm:t>
    </dgm:pt>
    <dgm:pt modelId="{93740F76-A769-42A4-A255-F12C03D9C4EC}" type="pres">
      <dgm:prSet presAssocID="{44A3FAEA-3492-4CF9-A32F-DDFC284791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B8AA24E-6AC5-4935-9A5F-C08EBDA8F5BA}" type="pres">
      <dgm:prSet presAssocID="{C65B720B-7AFB-4981-91EF-316DA9DF753C}" presName="hierRoot1" presStyleCnt="0"/>
      <dgm:spPr/>
    </dgm:pt>
    <dgm:pt modelId="{1BBB7C12-1ADE-4248-8854-8B286E5729AC}" type="pres">
      <dgm:prSet presAssocID="{C65B720B-7AFB-4981-91EF-316DA9DF753C}" presName="composite" presStyleCnt="0"/>
      <dgm:spPr/>
    </dgm:pt>
    <dgm:pt modelId="{EA21CEFB-431E-432A-BA8F-130E6EF6D35A}" type="pres">
      <dgm:prSet presAssocID="{C65B720B-7AFB-4981-91EF-316DA9DF753C}" presName="background" presStyleLbl="node0" presStyleIdx="0" presStyleCnt="4"/>
      <dgm:spPr/>
    </dgm:pt>
    <dgm:pt modelId="{D39E57E8-A1BC-401B-BC5B-2192982049BE}" type="pres">
      <dgm:prSet presAssocID="{C65B720B-7AFB-4981-91EF-316DA9DF753C}" presName="text" presStyleLbl="fgAcc0" presStyleIdx="0" presStyleCnt="4">
        <dgm:presLayoutVars>
          <dgm:chPref val="3"/>
        </dgm:presLayoutVars>
      </dgm:prSet>
      <dgm:spPr/>
    </dgm:pt>
    <dgm:pt modelId="{946B1496-251C-4AED-B2B5-63E27C2335A7}" type="pres">
      <dgm:prSet presAssocID="{C65B720B-7AFB-4981-91EF-316DA9DF753C}" presName="hierChild2" presStyleCnt="0"/>
      <dgm:spPr/>
    </dgm:pt>
    <dgm:pt modelId="{91298360-4FD1-4B95-A0F7-B9E2EC4C6DB2}" type="pres">
      <dgm:prSet presAssocID="{CE871305-ADFA-48A7-AB46-7E0262DFC899}" presName="hierRoot1" presStyleCnt="0"/>
      <dgm:spPr/>
    </dgm:pt>
    <dgm:pt modelId="{4A290FAB-3E87-4F6B-82F2-5D5DA64A95A2}" type="pres">
      <dgm:prSet presAssocID="{CE871305-ADFA-48A7-AB46-7E0262DFC899}" presName="composite" presStyleCnt="0"/>
      <dgm:spPr/>
    </dgm:pt>
    <dgm:pt modelId="{7261A6AF-7CAC-4A6A-8073-179BD48B6724}" type="pres">
      <dgm:prSet presAssocID="{CE871305-ADFA-48A7-AB46-7E0262DFC899}" presName="background" presStyleLbl="node0" presStyleIdx="1" presStyleCnt="4"/>
      <dgm:spPr/>
    </dgm:pt>
    <dgm:pt modelId="{F03681A7-F632-4042-9298-D51414C377EA}" type="pres">
      <dgm:prSet presAssocID="{CE871305-ADFA-48A7-AB46-7E0262DFC899}" presName="text" presStyleLbl="fgAcc0" presStyleIdx="1" presStyleCnt="4">
        <dgm:presLayoutVars>
          <dgm:chPref val="3"/>
        </dgm:presLayoutVars>
      </dgm:prSet>
      <dgm:spPr/>
    </dgm:pt>
    <dgm:pt modelId="{EFCA2B0C-6F4E-4AD4-BBD8-76F1A73EC31E}" type="pres">
      <dgm:prSet presAssocID="{CE871305-ADFA-48A7-AB46-7E0262DFC899}" presName="hierChild2" presStyleCnt="0"/>
      <dgm:spPr/>
    </dgm:pt>
    <dgm:pt modelId="{E45BDE14-A292-48CF-9A70-8067D6B48517}" type="pres">
      <dgm:prSet presAssocID="{B2FDA39C-79AF-497D-BFF8-EB4B4685DE75}" presName="hierRoot1" presStyleCnt="0"/>
      <dgm:spPr/>
    </dgm:pt>
    <dgm:pt modelId="{5B6F3305-2B7E-4D6E-83B0-7DC3B26689C6}" type="pres">
      <dgm:prSet presAssocID="{B2FDA39C-79AF-497D-BFF8-EB4B4685DE75}" presName="composite" presStyleCnt="0"/>
      <dgm:spPr/>
    </dgm:pt>
    <dgm:pt modelId="{203AF49D-9926-4A86-9E5E-5D4522EA8804}" type="pres">
      <dgm:prSet presAssocID="{B2FDA39C-79AF-497D-BFF8-EB4B4685DE75}" presName="background" presStyleLbl="node0" presStyleIdx="2" presStyleCnt="4"/>
      <dgm:spPr/>
    </dgm:pt>
    <dgm:pt modelId="{1461EB6F-B84A-40B8-BB14-508A65576169}" type="pres">
      <dgm:prSet presAssocID="{B2FDA39C-79AF-497D-BFF8-EB4B4685DE75}" presName="text" presStyleLbl="fgAcc0" presStyleIdx="2" presStyleCnt="4">
        <dgm:presLayoutVars>
          <dgm:chPref val="3"/>
        </dgm:presLayoutVars>
      </dgm:prSet>
      <dgm:spPr/>
    </dgm:pt>
    <dgm:pt modelId="{B5BF0FC6-33EF-4277-B1F7-8A164FF37610}" type="pres">
      <dgm:prSet presAssocID="{B2FDA39C-79AF-497D-BFF8-EB4B4685DE75}" presName="hierChild2" presStyleCnt="0"/>
      <dgm:spPr/>
    </dgm:pt>
    <dgm:pt modelId="{AB301E38-BD6F-4802-93F7-E59C24CF1365}" type="pres">
      <dgm:prSet presAssocID="{B1B05FA7-3BAE-472B-B87E-B599268DC23A}" presName="hierRoot1" presStyleCnt="0"/>
      <dgm:spPr/>
    </dgm:pt>
    <dgm:pt modelId="{B429B62A-9CBE-44E2-A1B9-F25E58942D4C}" type="pres">
      <dgm:prSet presAssocID="{B1B05FA7-3BAE-472B-B87E-B599268DC23A}" presName="composite" presStyleCnt="0"/>
      <dgm:spPr/>
    </dgm:pt>
    <dgm:pt modelId="{25C0D3BF-3269-461E-B986-4828145384C9}" type="pres">
      <dgm:prSet presAssocID="{B1B05FA7-3BAE-472B-B87E-B599268DC23A}" presName="background" presStyleLbl="node0" presStyleIdx="3" presStyleCnt="4"/>
      <dgm:spPr/>
    </dgm:pt>
    <dgm:pt modelId="{BFA9896A-D3A0-4273-BE84-F491C7653E3D}" type="pres">
      <dgm:prSet presAssocID="{B1B05FA7-3BAE-472B-B87E-B599268DC23A}" presName="text" presStyleLbl="fgAcc0" presStyleIdx="3" presStyleCnt="4">
        <dgm:presLayoutVars>
          <dgm:chPref val="3"/>
        </dgm:presLayoutVars>
      </dgm:prSet>
      <dgm:spPr/>
    </dgm:pt>
    <dgm:pt modelId="{828DC6A1-76D7-4622-8CA1-742E7C8F2F51}" type="pres">
      <dgm:prSet presAssocID="{B1B05FA7-3BAE-472B-B87E-B599268DC23A}" presName="hierChild2" presStyleCnt="0"/>
      <dgm:spPr/>
    </dgm:pt>
  </dgm:ptLst>
  <dgm:cxnLst>
    <dgm:cxn modelId="{C95CA449-3F41-46B1-88D4-D10AD9B825E5}" srcId="{44A3FAEA-3492-4CF9-A32F-DDFC28479128}" destId="{B2FDA39C-79AF-497D-BFF8-EB4B4685DE75}" srcOrd="2" destOrd="0" parTransId="{6952B976-55C2-4A36-BA4E-61CAB06E4737}" sibTransId="{61A4204A-834A-4348-A581-5127130FAD7F}"/>
    <dgm:cxn modelId="{74A8136B-73CF-4F9F-9834-A74C9009CD85}" type="presOf" srcId="{44A3FAEA-3492-4CF9-A32F-DDFC28479128}" destId="{93740F76-A769-42A4-A255-F12C03D9C4EC}" srcOrd="0" destOrd="0" presId="urn:microsoft.com/office/officeart/2005/8/layout/hierarchy1"/>
    <dgm:cxn modelId="{B98C2373-1F1C-41C0-9372-B7039F643199}" type="presOf" srcId="{B2FDA39C-79AF-497D-BFF8-EB4B4685DE75}" destId="{1461EB6F-B84A-40B8-BB14-508A65576169}" srcOrd="0" destOrd="0" presId="urn:microsoft.com/office/officeart/2005/8/layout/hierarchy1"/>
    <dgm:cxn modelId="{4EE44891-83D7-48DB-8A10-915827044887}" type="presOf" srcId="{B1B05FA7-3BAE-472B-B87E-B599268DC23A}" destId="{BFA9896A-D3A0-4273-BE84-F491C7653E3D}" srcOrd="0" destOrd="0" presId="urn:microsoft.com/office/officeart/2005/8/layout/hierarchy1"/>
    <dgm:cxn modelId="{03DFC49F-CDF6-4A7D-87EE-FF22E2B50EB9}" srcId="{44A3FAEA-3492-4CF9-A32F-DDFC28479128}" destId="{C65B720B-7AFB-4981-91EF-316DA9DF753C}" srcOrd="0" destOrd="0" parTransId="{C7D7B98E-F96E-422B-B43F-E970EA477431}" sibTransId="{21E68D4B-4039-4122-A11B-A9AD48B166CE}"/>
    <dgm:cxn modelId="{A6BA9CBF-1306-4D91-B97E-3337E517B0EA}" srcId="{44A3FAEA-3492-4CF9-A32F-DDFC28479128}" destId="{CE871305-ADFA-48A7-AB46-7E0262DFC899}" srcOrd="1" destOrd="0" parTransId="{6968A8EF-C11F-42BA-BF0F-82662BD58830}" sibTransId="{4F884D42-B6BC-4C88-9879-58AE8166E446}"/>
    <dgm:cxn modelId="{2BF4B8CB-9030-4017-AFEE-B627892C8021}" type="presOf" srcId="{C65B720B-7AFB-4981-91EF-316DA9DF753C}" destId="{D39E57E8-A1BC-401B-BC5B-2192982049BE}" srcOrd="0" destOrd="0" presId="urn:microsoft.com/office/officeart/2005/8/layout/hierarchy1"/>
    <dgm:cxn modelId="{27049ED0-F30D-4281-9592-54ACBCE01F56}" type="presOf" srcId="{CE871305-ADFA-48A7-AB46-7E0262DFC899}" destId="{F03681A7-F632-4042-9298-D51414C377EA}" srcOrd="0" destOrd="0" presId="urn:microsoft.com/office/officeart/2005/8/layout/hierarchy1"/>
    <dgm:cxn modelId="{B94241D1-F8D4-47DE-98F5-45E09650C084}" srcId="{44A3FAEA-3492-4CF9-A32F-DDFC28479128}" destId="{B1B05FA7-3BAE-472B-B87E-B599268DC23A}" srcOrd="3" destOrd="0" parTransId="{B7A776C9-9D6C-439B-AEE2-1B8543721035}" sibTransId="{DB65162F-A8E3-4414-A6D0-73A4E2AC809F}"/>
    <dgm:cxn modelId="{7542230F-8B2F-41ED-A4E2-927DD145BE22}" type="presParOf" srcId="{93740F76-A769-42A4-A255-F12C03D9C4EC}" destId="{5B8AA24E-6AC5-4935-9A5F-C08EBDA8F5BA}" srcOrd="0" destOrd="0" presId="urn:microsoft.com/office/officeart/2005/8/layout/hierarchy1"/>
    <dgm:cxn modelId="{C0977EEF-91B2-4CE7-9C06-AC75C6545483}" type="presParOf" srcId="{5B8AA24E-6AC5-4935-9A5F-C08EBDA8F5BA}" destId="{1BBB7C12-1ADE-4248-8854-8B286E5729AC}" srcOrd="0" destOrd="0" presId="urn:microsoft.com/office/officeart/2005/8/layout/hierarchy1"/>
    <dgm:cxn modelId="{17331B8E-C70D-4E68-8277-0454DC9D4E15}" type="presParOf" srcId="{1BBB7C12-1ADE-4248-8854-8B286E5729AC}" destId="{EA21CEFB-431E-432A-BA8F-130E6EF6D35A}" srcOrd="0" destOrd="0" presId="urn:microsoft.com/office/officeart/2005/8/layout/hierarchy1"/>
    <dgm:cxn modelId="{B8D8D80D-4471-4129-A325-49CCDAA64221}" type="presParOf" srcId="{1BBB7C12-1ADE-4248-8854-8B286E5729AC}" destId="{D39E57E8-A1BC-401B-BC5B-2192982049BE}" srcOrd="1" destOrd="0" presId="urn:microsoft.com/office/officeart/2005/8/layout/hierarchy1"/>
    <dgm:cxn modelId="{5D21CD42-4DFC-4B7E-94D7-3ABE2341FB16}" type="presParOf" srcId="{5B8AA24E-6AC5-4935-9A5F-C08EBDA8F5BA}" destId="{946B1496-251C-4AED-B2B5-63E27C2335A7}" srcOrd="1" destOrd="0" presId="urn:microsoft.com/office/officeart/2005/8/layout/hierarchy1"/>
    <dgm:cxn modelId="{C480C3C4-546B-46DA-B43D-3CF750FCC99F}" type="presParOf" srcId="{93740F76-A769-42A4-A255-F12C03D9C4EC}" destId="{91298360-4FD1-4B95-A0F7-B9E2EC4C6DB2}" srcOrd="1" destOrd="0" presId="urn:microsoft.com/office/officeart/2005/8/layout/hierarchy1"/>
    <dgm:cxn modelId="{B091033E-67D2-4987-A352-CB5F42410127}" type="presParOf" srcId="{91298360-4FD1-4B95-A0F7-B9E2EC4C6DB2}" destId="{4A290FAB-3E87-4F6B-82F2-5D5DA64A95A2}" srcOrd="0" destOrd="0" presId="urn:microsoft.com/office/officeart/2005/8/layout/hierarchy1"/>
    <dgm:cxn modelId="{DE0E902D-83F9-4466-8B77-0B04AB1E9C1D}" type="presParOf" srcId="{4A290FAB-3E87-4F6B-82F2-5D5DA64A95A2}" destId="{7261A6AF-7CAC-4A6A-8073-179BD48B6724}" srcOrd="0" destOrd="0" presId="urn:microsoft.com/office/officeart/2005/8/layout/hierarchy1"/>
    <dgm:cxn modelId="{C401EAD8-02A0-4E15-81F8-2195E095FC0E}" type="presParOf" srcId="{4A290FAB-3E87-4F6B-82F2-5D5DA64A95A2}" destId="{F03681A7-F632-4042-9298-D51414C377EA}" srcOrd="1" destOrd="0" presId="urn:microsoft.com/office/officeart/2005/8/layout/hierarchy1"/>
    <dgm:cxn modelId="{93E84544-5BC0-436B-8027-DBB307C6153C}" type="presParOf" srcId="{91298360-4FD1-4B95-A0F7-B9E2EC4C6DB2}" destId="{EFCA2B0C-6F4E-4AD4-BBD8-76F1A73EC31E}" srcOrd="1" destOrd="0" presId="urn:microsoft.com/office/officeart/2005/8/layout/hierarchy1"/>
    <dgm:cxn modelId="{C9EE1116-014D-433B-AEC7-E6FA9A23E5C2}" type="presParOf" srcId="{93740F76-A769-42A4-A255-F12C03D9C4EC}" destId="{E45BDE14-A292-48CF-9A70-8067D6B48517}" srcOrd="2" destOrd="0" presId="urn:microsoft.com/office/officeart/2005/8/layout/hierarchy1"/>
    <dgm:cxn modelId="{CDFCB6F6-EC90-4485-BACF-9E21F69B5252}" type="presParOf" srcId="{E45BDE14-A292-48CF-9A70-8067D6B48517}" destId="{5B6F3305-2B7E-4D6E-83B0-7DC3B26689C6}" srcOrd="0" destOrd="0" presId="urn:microsoft.com/office/officeart/2005/8/layout/hierarchy1"/>
    <dgm:cxn modelId="{4663BE4E-4F5D-4201-BFD4-92BC2B67753D}" type="presParOf" srcId="{5B6F3305-2B7E-4D6E-83B0-7DC3B26689C6}" destId="{203AF49D-9926-4A86-9E5E-5D4522EA8804}" srcOrd="0" destOrd="0" presId="urn:microsoft.com/office/officeart/2005/8/layout/hierarchy1"/>
    <dgm:cxn modelId="{FCAD8483-C96F-46EC-9C21-EF3EC3F74DB5}" type="presParOf" srcId="{5B6F3305-2B7E-4D6E-83B0-7DC3B26689C6}" destId="{1461EB6F-B84A-40B8-BB14-508A65576169}" srcOrd="1" destOrd="0" presId="urn:microsoft.com/office/officeart/2005/8/layout/hierarchy1"/>
    <dgm:cxn modelId="{8B285091-DA53-4BF5-BCEF-64B7F91CDAE3}" type="presParOf" srcId="{E45BDE14-A292-48CF-9A70-8067D6B48517}" destId="{B5BF0FC6-33EF-4277-B1F7-8A164FF37610}" srcOrd="1" destOrd="0" presId="urn:microsoft.com/office/officeart/2005/8/layout/hierarchy1"/>
    <dgm:cxn modelId="{3454E7C8-265D-4B9A-9E49-90979BD4F325}" type="presParOf" srcId="{93740F76-A769-42A4-A255-F12C03D9C4EC}" destId="{AB301E38-BD6F-4802-93F7-E59C24CF1365}" srcOrd="3" destOrd="0" presId="urn:microsoft.com/office/officeart/2005/8/layout/hierarchy1"/>
    <dgm:cxn modelId="{3F74653B-00FE-40B7-98A7-8914198B8B1B}" type="presParOf" srcId="{AB301E38-BD6F-4802-93F7-E59C24CF1365}" destId="{B429B62A-9CBE-44E2-A1B9-F25E58942D4C}" srcOrd="0" destOrd="0" presId="urn:microsoft.com/office/officeart/2005/8/layout/hierarchy1"/>
    <dgm:cxn modelId="{049D97A3-952E-4E70-AC82-5DDDC8A0D674}" type="presParOf" srcId="{B429B62A-9CBE-44E2-A1B9-F25E58942D4C}" destId="{25C0D3BF-3269-461E-B986-4828145384C9}" srcOrd="0" destOrd="0" presId="urn:microsoft.com/office/officeart/2005/8/layout/hierarchy1"/>
    <dgm:cxn modelId="{F1E02AB8-8ECB-4D93-8D28-53E23B788E71}" type="presParOf" srcId="{B429B62A-9CBE-44E2-A1B9-F25E58942D4C}" destId="{BFA9896A-D3A0-4273-BE84-F491C7653E3D}" srcOrd="1" destOrd="0" presId="urn:microsoft.com/office/officeart/2005/8/layout/hierarchy1"/>
    <dgm:cxn modelId="{C207F69D-A70F-4DB6-8BA3-47DB32AAB2C4}" type="presParOf" srcId="{AB301E38-BD6F-4802-93F7-E59C24CF1365}" destId="{828DC6A1-76D7-4622-8CA1-742E7C8F2F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A3FAEA-3492-4CF9-A32F-DDFC2847912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5B720B-7AFB-4981-91EF-316DA9DF753C}">
      <dgm:prSet/>
      <dgm:spPr/>
      <dgm:t>
        <a:bodyPr/>
        <a:lstStyle/>
        <a:p>
          <a:r>
            <a:rPr lang="zh-CN"/>
            <a:t>取模化简</a:t>
          </a:r>
          <a:endParaRPr lang="en-US"/>
        </a:p>
      </dgm:t>
    </dgm:pt>
    <dgm:pt modelId="{C7D7B98E-F96E-422B-B43F-E970EA477431}" type="parTrans" cxnId="{03DFC49F-CDF6-4A7D-87EE-FF22E2B50EB9}">
      <dgm:prSet/>
      <dgm:spPr/>
      <dgm:t>
        <a:bodyPr/>
        <a:lstStyle/>
        <a:p>
          <a:endParaRPr lang="en-US"/>
        </a:p>
      </dgm:t>
    </dgm:pt>
    <dgm:pt modelId="{21E68D4B-4039-4122-A11B-A9AD48B166CE}" type="sibTrans" cxnId="{03DFC49F-CDF6-4A7D-87EE-FF22E2B50EB9}">
      <dgm:prSet/>
      <dgm:spPr/>
      <dgm:t>
        <a:bodyPr/>
        <a:lstStyle/>
        <a:p>
          <a:endParaRPr lang="en-US"/>
        </a:p>
      </dgm:t>
    </dgm:pt>
    <dgm:pt modelId="{CE871305-ADFA-48A7-AB46-7E0262DFC899}">
      <dgm:prSet/>
      <dgm:spPr/>
      <dgm:t>
        <a:bodyPr/>
        <a:lstStyle/>
        <a:p>
          <a:r>
            <a:rPr lang="zh-CN"/>
            <a:t>表示贡献</a:t>
          </a:r>
          <a:endParaRPr lang="en-US"/>
        </a:p>
      </dgm:t>
    </dgm:pt>
    <dgm:pt modelId="{6968A8EF-C11F-42BA-BF0F-82662BD58830}" type="parTrans" cxnId="{A6BA9CBF-1306-4D91-B97E-3337E517B0EA}">
      <dgm:prSet/>
      <dgm:spPr/>
      <dgm:t>
        <a:bodyPr/>
        <a:lstStyle/>
        <a:p>
          <a:endParaRPr lang="en-US"/>
        </a:p>
      </dgm:t>
    </dgm:pt>
    <dgm:pt modelId="{4F884D42-B6BC-4C88-9879-58AE8166E446}" type="sibTrans" cxnId="{A6BA9CBF-1306-4D91-B97E-3337E517B0EA}">
      <dgm:prSet/>
      <dgm:spPr/>
      <dgm:t>
        <a:bodyPr/>
        <a:lstStyle/>
        <a:p>
          <a:endParaRPr lang="en-US"/>
        </a:p>
      </dgm:t>
    </dgm:pt>
    <dgm:pt modelId="{B2FDA39C-79AF-497D-BFF8-EB4B4685DE75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6952B976-55C2-4A36-BA4E-61CAB06E4737}" type="parTrans" cxnId="{C95CA449-3F41-46B1-88D4-D10AD9B825E5}">
      <dgm:prSet/>
      <dgm:spPr/>
      <dgm:t>
        <a:bodyPr/>
        <a:lstStyle/>
        <a:p>
          <a:endParaRPr lang="en-US"/>
        </a:p>
      </dgm:t>
    </dgm:pt>
    <dgm:pt modelId="{61A4204A-834A-4348-A581-5127130FAD7F}" type="sibTrans" cxnId="{C95CA449-3F41-46B1-88D4-D10AD9B825E5}">
      <dgm:prSet/>
      <dgm:spPr/>
      <dgm:t>
        <a:bodyPr/>
        <a:lstStyle/>
        <a:p>
          <a:endParaRPr lang="en-US"/>
        </a:p>
      </dgm:t>
    </dgm:pt>
    <dgm:pt modelId="{B1B05FA7-3BAE-472B-B87E-B599268DC23A}">
      <dgm:prSet/>
      <dgm:spPr>
        <a:blipFill>
          <a:blip xmlns:r="http://schemas.openxmlformats.org/officeDocument/2006/relationships" r:embed="rId2"/>
          <a:stretch>
            <a:fillRect l="-1102" t="-431" r="-1102" b="-7328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B7A776C9-9D6C-439B-AEE2-1B8543721035}" type="parTrans" cxnId="{B94241D1-F8D4-47DE-98F5-45E09650C084}">
      <dgm:prSet/>
      <dgm:spPr/>
      <dgm:t>
        <a:bodyPr/>
        <a:lstStyle/>
        <a:p>
          <a:endParaRPr lang="en-US"/>
        </a:p>
      </dgm:t>
    </dgm:pt>
    <dgm:pt modelId="{DB65162F-A8E3-4414-A6D0-73A4E2AC809F}" type="sibTrans" cxnId="{B94241D1-F8D4-47DE-98F5-45E09650C084}">
      <dgm:prSet/>
      <dgm:spPr/>
      <dgm:t>
        <a:bodyPr/>
        <a:lstStyle/>
        <a:p>
          <a:endParaRPr lang="en-US"/>
        </a:p>
      </dgm:t>
    </dgm:pt>
    <dgm:pt modelId="{93740F76-A769-42A4-A255-F12C03D9C4EC}" type="pres">
      <dgm:prSet presAssocID="{44A3FAEA-3492-4CF9-A32F-DDFC284791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B8AA24E-6AC5-4935-9A5F-C08EBDA8F5BA}" type="pres">
      <dgm:prSet presAssocID="{C65B720B-7AFB-4981-91EF-316DA9DF753C}" presName="hierRoot1" presStyleCnt="0"/>
      <dgm:spPr/>
    </dgm:pt>
    <dgm:pt modelId="{1BBB7C12-1ADE-4248-8854-8B286E5729AC}" type="pres">
      <dgm:prSet presAssocID="{C65B720B-7AFB-4981-91EF-316DA9DF753C}" presName="composite" presStyleCnt="0"/>
      <dgm:spPr/>
    </dgm:pt>
    <dgm:pt modelId="{EA21CEFB-431E-432A-BA8F-130E6EF6D35A}" type="pres">
      <dgm:prSet presAssocID="{C65B720B-7AFB-4981-91EF-316DA9DF753C}" presName="background" presStyleLbl="node0" presStyleIdx="0" presStyleCnt="4"/>
      <dgm:spPr/>
    </dgm:pt>
    <dgm:pt modelId="{D39E57E8-A1BC-401B-BC5B-2192982049BE}" type="pres">
      <dgm:prSet presAssocID="{C65B720B-7AFB-4981-91EF-316DA9DF753C}" presName="text" presStyleLbl="fgAcc0" presStyleIdx="0" presStyleCnt="4">
        <dgm:presLayoutVars>
          <dgm:chPref val="3"/>
        </dgm:presLayoutVars>
      </dgm:prSet>
      <dgm:spPr/>
    </dgm:pt>
    <dgm:pt modelId="{946B1496-251C-4AED-B2B5-63E27C2335A7}" type="pres">
      <dgm:prSet presAssocID="{C65B720B-7AFB-4981-91EF-316DA9DF753C}" presName="hierChild2" presStyleCnt="0"/>
      <dgm:spPr/>
    </dgm:pt>
    <dgm:pt modelId="{91298360-4FD1-4B95-A0F7-B9E2EC4C6DB2}" type="pres">
      <dgm:prSet presAssocID="{CE871305-ADFA-48A7-AB46-7E0262DFC899}" presName="hierRoot1" presStyleCnt="0"/>
      <dgm:spPr/>
    </dgm:pt>
    <dgm:pt modelId="{4A290FAB-3E87-4F6B-82F2-5D5DA64A95A2}" type="pres">
      <dgm:prSet presAssocID="{CE871305-ADFA-48A7-AB46-7E0262DFC899}" presName="composite" presStyleCnt="0"/>
      <dgm:spPr/>
    </dgm:pt>
    <dgm:pt modelId="{7261A6AF-7CAC-4A6A-8073-179BD48B6724}" type="pres">
      <dgm:prSet presAssocID="{CE871305-ADFA-48A7-AB46-7E0262DFC899}" presName="background" presStyleLbl="node0" presStyleIdx="1" presStyleCnt="4"/>
      <dgm:spPr/>
    </dgm:pt>
    <dgm:pt modelId="{F03681A7-F632-4042-9298-D51414C377EA}" type="pres">
      <dgm:prSet presAssocID="{CE871305-ADFA-48A7-AB46-7E0262DFC899}" presName="text" presStyleLbl="fgAcc0" presStyleIdx="1" presStyleCnt="4">
        <dgm:presLayoutVars>
          <dgm:chPref val="3"/>
        </dgm:presLayoutVars>
      </dgm:prSet>
      <dgm:spPr/>
    </dgm:pt>
    <dgm:pt modelId="{EFCA2B0C-6F4E-4AD4-BBD8-76F1A73EC31E}" type="pres">
      <dgm:prSet presAssocID="{CE871305-ADFA-48A7-AB46-7E0262DFC899}" presName="hierChild2" presStyleCnt="0"/>
      <dgm:spPr/>
    </dgm:pt>
    <dgm:pt modelId="{E45BDE14-A292-48CF-9A70-8067D6B48517}" type="pres">
      <dgm:prSet presAssocID="{B2FDA39C-79AF-497D-BFF8-EB4B4685DE75}" presName="hierRoot1" presStyleCnt="0"/>
      <dgm:spPr/>
    </dgm:pt>
    <dgm:pt modelId="{5B6F3305-2B7E-4D6E-83B0-7DC3B26689C6}" type="pres">
      <dgm:prSet presAssocID="{B2FDA39C-79AF-497D-BFF8-EB4B4685DE75}" presName="composite" presStyleCnt="0"/>
      <dgm:spPr/>
    </dgm:pt>
    <dgm:pt modelId="{203AF49D-9926-4A86-9E5E-5D4522EA8804}" type="pres">
      <dgm:prSet presAssocID="{B2FDA39C-79AF-497D-BFF8-EB4B4685DE75}" presName="background" presStyleLbl="node0" presStyleIdx="2" presStyleCnt="4"/>
      <dgm:spPr/>
    </dgm:pt>
    <dgm:pt modelId="{1461EB6F-B84A-40B8-BB14-508A65576169}" type="pres">
      <dgm:prSet presAssocID="{B2FDA39C-79AF-497D-BFF8-EB4B4685DE75}" presName="text" presStyleLbl="fgAcc0" presStyleIdx="2" presStyleCnt="4">
        <dgm:presLayoutVars>
          <dgm:chPref val="3"/>
        </dgm:presLayoutVars>
      </dgm:prSet>
      <dgm:spPr/>
    </dgm:pt>
    <dgm:pt modelId="{B5BF0FC6-33EF-4277-B1F7-8A164FF37610}" type="pres">
      <dgm:prSet presAssocID="{B2FDA39C-79AF-497D-BFF8-EB4B4685DE75}" presName="hierChild2" presStyleCnt="0"/>
      <dgm:spPr/>
    </dgm:pt>
    <dgm:pt modelId="{AB301E38-BD6F-4802-93F7-E59C24CF1365}" type="pres">
      <dgm:prSet presAssocID="{B1B05FA7-3BAE-472B-B87E-B599268DC23A}" presName="hierRoot1" presStyleCnt="0"/>
      <dgm:spPr/>
    </dgm:pt>
    <dgm:pt modelId="{B429B62A-9CBE-44E2-A1B9-F25E58942D4C}" type="pres">
      <dgm:prSet presAssocID="{B1B05FA7-3BAE-472B-B87E-B599268DC23A}" presName="composite" presStyleCnt="0"/>
      <dgm:spPr/>
    </dgm:pt>
    <dgm:pt modelId="{25C0D3BF-3269-461E-B986-4828145384C9}" type="pres">
      <dgm:prSet presAssocID="{B1B05FA7-3BAE-472B-B87E-B599268DC23A}" presName="background" presStyleLbl="node0" presStyleIdx="3" presStyleCnt="4"/>
      <dgm:spPr/>
    </dgm:pt>
    <dgm:pt modelId="{BFA9896A-D3A0-4273-BE84-F491C7653E3D}" type="pres">
      <dgm:prSet presAssocID="{B1B05FA7-3BAE-472B-B87E-B599268DC23A}" presName="text" presStyleLbl="fgAcc0" presStyleIdx="3" presStyleCnt="4">
        <dgm:presLayoutVars>
          <dgm:chPref val="3"/>
        </dgm:presLayoutVars>
      </dgm:prSet>
      <dgm:spPr/>
    </dgm:pt>
    <dgm:pt modelId="{828DC6A1-76D7-4622-8CA1-742E7C8F2F51}" type="pres">
      <dgm:prSet presAssocID="{B1B05FA7-3BAE-472B-B87E-B599268DC23A}" presName="hierChild2" presStyleCnt="0"/>
      <dgm:spPr/>
    </dgm:pt>
  </dgm:ptLst>
  <dgm:cxnLst>
    <dgm:cxn modelId="{C95CA449-3F41-46B1-88D4-D10AD9B825E5}" srcId="{44A3FAEA-3492-4CF9-A32F-DDFC28479128}" destId="{B2FDA39C-79AF-497D-BFF8-EB4B4685DE75}" srcOrd="2" destOrd="0" parTransId="{6952B976-55C2-4A36-BA4E-61CAB06E4737}" sibTransId="{61A4204A-834A-4348-A581-5127130FAD7F}"/>
    <dgm:cxn modelId="{74A8136B-73CF-4F9F-9834-A74C9009CD85}" type="presOf" srcId="{44A3FAEA-3492-4CF9-A32F-DDFC28479128}" destId="{93740F76-A769-42A4-A255-F12C03D9C4EC}" srcOrd="0" destOrd="0" presId="urn:microsoft.com/office/officeart/2005/8/layout/hierarchy1"/>
    <dgm:cxn modelId="{B98C2373-1F1C-41C0-9372-B7039F643199}" type="presOf" srcId="{B2FDA39C-79AF-497D-BFF8-EB4B4685DE75}" destId="{1461EB6F-B84A-40B8-BB14-508A65576169}" srcOrd="0" destOrd="0" presId="urn:microsoft.com/office/officeart/2005/8/layout/hierarchy1"/>
    <dgm:cxn modelId="{4EE44891-83D7-48DB-8A10-915827044887}" type="presOf" srcId="{B1B05FA7-3BAE-472B-B87E-B599268DC23A}" destId="{BFA9896A-D3A0-4273-BE84-F491C7653E3D}" srcOrd="0" destOrd="0" presId="urn:microsoft.com/office/officeart/2005/8/layout/hierarchy1"/>
    <dgm:cxn modelId="{03DFC49F-CDF6-4A7D-87EE-FF22E2B50EB9}" srcId="{44A3FAEA-3492-4CF9-A32F-DDFC28479128}" destId="{C65B720B-7AFB-4981-91EF-316DA9DF753C}" srcOrd="0" destOrd="0" parTransId="{C7D7B98E-F96E-422B-B43F-E970EA477431}" sibTransId="{21E68D4B-4039-4122-A11B-A9AD48B166CE}"/>
    <dgm:cxn modelId="{A6BA9CBF-1306-4D91-B97E-3337E517B0EA}" srcId="{44A3FAEA-3492-4CF9-A32F-DDFC28479128}" destId="{CE871305-ADFA-48A7-AB46-7E0262DFC899}" srcOrd="1" destOrd="0" parTransId="{6968A8EF-C11F-42BA-BF0F-82662BD58830}" sibTransId="{4F884D42-B6BC-4C88-9879-58AE8166E446}"/>
    <dgm:cxn modelId="{2BF4B8CB-9030-4017-AFEE-B627892C8021}" type="presOf" srcId="{C65B720B-7AFB-4981-91EF-316DA9DF753C}" destId="{D39E57E8-A1BC-401B-BC5B-2192982049BE}" srcOrd="0" destOrd="0" presId="urn:microsoft.com/office/officeart/2005/8/layout/hierarchy1"/>
    <dgm:cxn modelId="{27049ED0-F30D-4281-9592-54ACBCE01F56}" type="presOf" srcId="{CE871305-ADFA-48A7-AB46-7E0262DFC899}" destId="{F03681A7-F632-4042-9298-D51414C377EA}" srcOrd="0" destOrd="0" presId="urn:microsoft.com/office/officeart/2005/8/layout/hierarchy1"/>
    <dgm:cxn modelId="{B94241D1-F8D4-47DE-98F5-45E09650C084}" srcId="{44A3FAEA-3492-4CF9-A32F-DDFC28479128}" destId="{B1B05FA7-3BAE-472B-B87E-B599268DC23A}" srcOrd="3" destOrd="0" parTransId="{B7A776C9-9D6C-439B-AEE2-1B8543721035}" sibTransId="{DB65162F-A8E3-4414-A6D0-73A4E2AC809F}"/>
    <dgm:cxn modelId="{7542230F-8B2F-41ED-A4E2-927DD145BE22}" type="presParOf" srcId="{93740F76-A769-42A4-A255-F12C03D9C4EC}" destId="{5B8AA24E-6AC5-4935-9A5F-C08EBDA8F5BA}" srcOrd="0" destOrd="0" presId="urn:microsoft.com/office/officeart/2005/8/layout/hierarchy1"/>
    <dgm:cxn modelId="{C0977EEF-91B2-4CE7-9C06-AC75C6545483}" type="presParOf" srcId="{5B8AA24E-6AC5-4935-9A5F-C08EBDA8F5BA}" destId="{1BBB7C12-1ADE-4248-8854-8B286E5729AC}" srcOrd="0" destOrd="0" presId="urn:microsoft.com/office/officeart/2005/8/layout/hierarchy1"/>
    <dgm:cxn modelId="{17331B8E-C70D-4E68-8277-0454DC9D4E15}" type="presParOf" srcId="{1BBB7C12-1ADE-4248-8854-8B286E5729AC}" destId="{EA21CEFB-431E-432A-BA8F-130E6EF6D35A}" srcOrd="0" destOrd="0" presId="urn:microsoft.com/office/officeart/2005/8/layout/hierarchy1"/>
    <dgm:cxn modelId="{B8D8D80D-4471-4129-A325-49CCDAA64221}" type="presParOf" srcId="{1BBB7C12-1ADE-4248-8854-8B286E5729AC}" destId="{D39E57E8-A1BC-401B-BC5B-2192982049BE}" srcOrd="1" destOrd="0" presId="urn:microsoft.com/office/officeart/2005/8/layout/hierarchy1"/>
    <dgm:cxn modelId="{5D21CD42-4DFC-4B7E-94D7-3ABE2341FB16}" type="presParOf" srcId="{5B8AA24E-6AC5-4935-9A5F-C08EBDA8F5BA}" destId="{946B1496-251C-4AED-B2B5-63E27C2335A7}" srcOrd="1" destOrd="0" presId="urn:microsoft.com/office/officeart/2005/8/layout/hierarchy1"/>
    <dgm:cxn modelId="{C480C3C4-546B-46DA-B43D-3CF750FCC99F}" type="presParOf" srcId="{93740F76-A769-42A4-A255-F12C03D9C4EC}" destId="{91298360-4FD1-4B95-A0F7-B9E2EC4C6DB2}" srcOrd="1" destOrd="0" presId="urn:microsoft.com/office/officeart/2005/8/layout/hierarchy1"/>
    <dgm:cxn modelId="{B091033E-67D2-4987-A352-CB5F42410127}" type="presParOf" srcId="{91298360-4FD1-4B95-A0F7-B9E2EC4C6DB2}" destId="{4A290FAB-3E87-4F6B-82F2-5D5DA64A95A2}" srcOrd="0" destOrd="0" presId="urn:microsoft.com/office/officeart/2005/8/layout/hierarchy1"/>
    <dgm:cxn modelId="{DE0E902D-83F9-4466-8B77-0B04AB1E9C1D}" type="presParOf" srcId="{4A290FAB-3E87-4F6B-82F2-5D5DA64A95A2}" destId="{7261A6AF-7CAC-4A6A-8073-179BD48B6724}" srcOrd="0" destOrd="0" presId="urn:microsoft.com/office/officeart/2005/8/layout/hierarchy1"/>
    <dgm:cxn modelId="{C401EAD8-02A0-4E15-81F8-2195E095FC0E}" type="presParOf" srcId="{4A290FAB-3E87-4F6B-82F2-5D5DA64A95A2}" destId="{F03681A7-F632-4042-9298-D51414C377EA}" srcOrd="1" destOrd="0" presId="urn:microsoft.com/office/officeart/2005/8/layout/hierarchy1"/>
    <dgm:cxn modelId="{93E84544-5BC0-436B-8027-DBB307C6153C}" type="presParOf" srcId="{91298360-4FD1-4B95-A0F7-B9E2EC4C6DB2}" destId="{EFCA2B0C-6F4E-4AD4-BBD8-76F1A73EC31E}" srcOrd="1" destOrd="0" presId="urn:microsoft.com/office/officeart/2005/8/layout/hierarchy1"/>
    <dgm:cxn modelId="{C9EE1116-014D-433B-AEC7-E6FA9A23E5C2}" type="presParOf" srcId="{93740F76-A769-42A4-A255-F12C03D9C4EC}" destId="{E45BDE14-A292-48CF-9A70-8067D6B48517}" srcOrd="2" destOrd="0" presId="urn:microsoft.com/office/officeart/2005/8/layout/hierarchy1"/>
    <dgm:cxn modelId="{CDFCB6F6-EC90-4485-BACF-9E21F69B5252}" type="presParOf" srcId="{E45BDE14-A292-48CF-9A70-8067D6B48517}" destId="{5B6F3305-2B7E-4D6E-83B0-7DC3B26689C6}" srcOrd="0" destOrd="0" presId="urn:microsoft.com/office/officeart/2005/8/layout/hierarchy1"/>
    <dgm:cxn modelId="{4663BE4E-4F5D-4201-BFD4-92BC2B67753D}" type="presParOf" srcId="{5B6F3305-2B7E-4D6E-83B0-7DC3B26689C6}" destId="{203AF49D-9926-4A86-9E5E-5D4522EA8804}" srcOrd="0" destOrd="0" presId="urn:microsoft.com/office/officeart/2005/8/layout/hierarchy1"/>
    <dgm:cxn modelId="{FCAD8483-C96F-46EC-9C21-EF3EC3F74DB5}" type="presParOf" srcId="{5B6F3305-2B7E-4D6E-83B0-7DC3B26689C6}" destId="{1461EB6F-B84A-40B8-BB14-508A65576169}" srcOrd="1" destOrd="0" presId="urn:microsoft.com/office/officeart/2005/8/layout/hierarchy1"/>
    <dgm:cxn modelId="{8B285091-DA53-4BF5-BCEF-64B7F91CDAE3}" type="presParOf" srcId="{E45BDE14-A292-48CF-9A70-8067D6B48517}" destId="{B5BF0FC6-33EF-4277-B1F7-8A164FF37610}" srcOrd="1" destOrd="0" presId="urn:microsoft.com/office/officeart/2005/8/layout/hierarchy1"/>
    <dgm:cxn modelId="{3454E7C8-265D-4B9A-9E49-90979BD4F325}" type="presParOf" srcId="{93740F76-A769-42A4-A255-F12C03D9C4EC}" destId="{AB301E38-BD6F-4802-93F7-E59C24CF1365}" srcOrd="3" destOrd="0" presId="urn:microsoft.com/office/officeart/2005/8/layout/hierarchy1"/>
    <dgm:cxn modelId="{3F74653B-00FE-40B7-98A7-8914198B8B1B}" type="presParOf" srcId="{AB301E38-BD6F-4802-93F7-E59C24CF1365}" destId="{B429B62A-9CBE-44E2-A1B9-F25E58942D4C}" srcOrd="0" destOrd="0" presId="urn:microsoft.com/office/officeart/2005/8/layout/hierarchy1"/>
    <dgm:cxn modelId="{049D97A3-952E-4E70-AC82-5DDDC8A0D674}" type="presParOf" srcId="{B429B62A-9CBE-44E2-A1B9-F25E58942D4C}" destId="{25C0D3BF-3269-461E-B986-4828145384C9}" srcOrd="0" destOrd="0" presId="urn:microsoft.com/office/officeart/2005/8/layout/hierarchy1"/>
    <dgm:cxn modelId="{F1E02AB8-8ECB-4D93-8D28-53E23B788E71}" type="presParOf" srcId="{B429B62A-9CBE-44E2-A1B9-F25E58942D4C}" destId="{BFA9896A-D3A0-4273-BE84-F491C7653E3D}" srcOrd="1" destOrd="0" presId="urn:microsoft.com/office/officeart/2005/8/layout/hierarchy1"/>
    <dgm:cxn modelId="{C207F69D-A70F-4DB6-8BA3-47DB32AAB2C4}" type="presParOf" srcId="{AB301E38-BD6F-4802-93F7-E59C24CF1365}" destId="{828DC6A1-76D7-4622-8CA1-742E7C8F2F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AD058B-99A9-409D-9697-0F5B02C383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EA1EA4-4489-43AC-8CA2-77A699496844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背景：如何求小于</a:t>
          </a:r>
          <a:r>
            <a:rPr lang="en-US"/>
            <a:t>n</a:t>
          </a:r>
          <a:r>
            <a:rPr lang="zh-CN"/>
            <a:t>的全部素数</a:t>
          </a:r>
          <a:endParaRPr lang="en-US"/>
        </a:p>
      </dgm:t>
    </dgm:pt>
    <dgm:pt modelId="{17C24EF7-D2F4-4922-95EA-144C231FB687}" type="parTrans" cxnId="{E5FC5B88-DBC0-4D74-AE3C-0E2885C8AC9B}">
      <dgm:prSet/>
      <dgm:spPr/>
      <dgm:t>
        <a:bodyPr/>
        <a:lstStyle/>
        <a:p>
          <a:endParaRPr lang="en-US"/>
        </a:p>
      </dgm:t>
    </dgm:pt>
    <dgm:pt modelId="{EE51D7C5-F107-4E26-B129-CA58506B1CE8}" type="sibTrans" cxnId="{E5FC5B88-DBC0-4D74-AE3C-0E2885C8AC9B}">
      <dgm:prSet/>
      <dgm:spPr/>
      <dgm:t>
        <a:bodyPr/>
        <a:lstStyle/>
        <a:p>
          <a:endParaRPr lang="en-US"/>
        </a:p>
      </dgm:t>
    </dgm:pt>
    <dgm:pt modelId="{FFAC917B-0AFD-4D8C-B2B5-1BAD2AC6B046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一般方法：根据定义验证</a:t>
          </a:r>
          <a:r>
            <a:rPr lang="en-US"/>
            <a:t>p</a:t>
          </a:r>
          <a:r>
            <a:rPr lang="zh-CN"/>
            <a:t>是不是素数，遍历</a:t>
          </a:r>
          <a:r>
            <a:rPr lang="en-US"/>
            <a:t>1</a:t>
          </a:r>
          <a:r>
            <a:rPr lang="zh-CN"/>
            <a:t>到</a:t>
          </a:r>
          <a:r>
            <a:rPr lang="en-US"/>
            <a:t>n</a:t>
          </a:r>
        </a:p>
      </dgm:t>
    </dgm:pt>
    <dgm:pt modelId="{E4622F8C-1F70-4E08-B071-D2CC6785321A}" type="parTrans" cxnId="{7E855CA8-6AF7-441A-AD4B-1F3AC4AE4F94}">
      <dgm:prSet/>
      <dgm:spPr/>
      <dgm:t>
        <a:bodyPr/>
        <a:lstStyle/>
        <a:p>
          <a:endParaRPr lang="en-US"/>
        </a:p>
      </dgm:t>
    </dgm:pt>
    <dgm:pt modelId="{9222DFDD-3219-423B-886B-CD5353AF3A8D}" type="sibTrans" cxnId="{7E855CA8-6AF7-441A-AD4B-1F3AC4AE4F94}">
      <dgm:prSet/>
      <dgm:spPr/>
      <dgm:t>
        <a:bodyPr/>
        <a:lstStyle/>
        <a:p>
          <a:endParaRPr lang="en-US"/>
        </a:p>
      </dgm:t>
    </dgm:pt>
    <dgm:pt modelId="{A025A2C2-D350-4D48-A6EC-672D4E8FC116}">
      <dgm:prSet/>
      <dgm:spPr/>
      <dgm:t>
        <a:bodyPr/>
        <a:lstStyle/>
        <a:p>
          <a:pPr>
            <a:lnSpc>
              <a:spcPct val="100000"/>
            </a:lnSpc>
          </a:pPr>
          <a:r>
            <a:rPr lang="zh-CN"/>
            <a:t>如果如此计算，复杂度为</a:t>
          </a:r>
          <a:r>
            <a:rPr lang="en-US"/>
            <a:t>o(n</a:t>
          </a:r>
          <a:r>
            <a:rPr lang="en-US" baseline="30000"/>
            <a:t>2</a:t>
          </a:r>
          <a:r>
            <a:rPr lang="en-US"/>
            <a:t>)</a:t>
          </a:r>
          <a:r>
            <a:rPr lang="zh-CN"/>
            <a:t>不够高效</a:t>
          </a:r>
          <a:endParaRPr lang="en-US"/>
        </a:p>
      </dgm:t>
    </dgm:pt>
    <dgm:pt modelId="{1F47C517-025C-4649-A482-75500EE8034E}" type="parTrans" cxnId="{47EE3B9B-5879-476C-B100-9BA0E979997F}">
      <dgm:prSet/>
      <dgm:spPr/>
      <dgm:t>
        <a:bodyPr/>
        <a:lstStyle/>
        <a:p>
          <a:endParaRPr lang="en-US"/>
        </a:p>
      </dgm:t>
    </dgm:pt>
    <dgm:pt modelId="{80078BB5-7EFD-40AD-B2CA-2CB015E74E65}" type="sibTrans" cxnId="{47EE3B9B-5879-476C-B100-9BA0E979997F}">
      <dgm:prSet/>
      <dgm:spPr/>
      <dgm:t>
        <a:bodyPr/>
        <a:lstStyle/>
        <a:p>
          <a:endParaRPr lang="en-US"/>
        </a:p>
      </dgm:t>
    </dgm:pt>
    <dgm:pt modelId="{891F6529-F5A7-4847-A5EA-17B956DA68EF}" type="pres">
      <dgm:prSet presAssocID="{EAAD058B-99A9-409D-9697-0F5B02C383B1}" presName="root" presStyleCnt="0">
        <dgm:presLayoutVars>
          <dgm:dir/>
          <dgm:resizeHandles val="exact"/>
        </dgm:presLayoutVars>
      </dgm:prSet>
      <dgm:spPr/>
    </dgm:pt>
    <dgm:pt modelId="{40BA223F-89C4-4338-BB28-CC02F57147AB}" type="pres">
      <dgm:prSet presAssocID="{73EA1EA4-4489-43AC-8CA2-77A699496844}" presName="compNode" presStyleCnt="0"/>
      <dgm:spPr/>
    </dgm:pt>
    <dgm:pt modelId="{1D1DF4DC-91FC-4615-959E-57AA0AB5559B}" type="pres">
      <dgm:prSet presAssocID="{73EA1EA4-4489-43AC-8CA2-77A699496844}" presName="bgRect" presStyleLbl="bgShp" presStyleIdx="0" presStyleCnt="3"/>
      <dgm:spPr/>
    </dgm:pt>
    <dgm:pt modelId="{C71D5068-E744-4F3C-86C6-42393FBD69B2}" type="pres">
      <dgm:prSet presAssocID="{73EA1EA4-4489-43AC-8CA2-77A6994968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彩虹"/>
        </a:ext>
      </dgm:extLst>
    </dgm:pt>
    <dgm:pt modelId="{60998CB8-342A-4862-B7A3-7DC2823DF26E}" type="pres">
      <dgm:prSet presAssocID="{73EA1EA4-4489-43AC-8CA2-77A699496844}" presName="spaceRect" presStyleCnt="0"/>
      <dgm:spPr/>
    </dgm:pt>
    <dgm:pt modelId="{9145AB6E-544D-4118-A8F2-8FEEA362A361}" type="pres">
      <dgm:prSet presAssocID="{73EA1EA4-4489-43AC-8CA2-77A699496844}" presName="parTx" presStyleLbl="revTx" presStyleIdx="0" presStyleCnt="3">
        <dgm:presLayoutVars>
          <dgm:chMax val="0"/>
          <dgm:chPref val="0"/>
        </dgm:presLayoutVars>
      </dgm:prSet>
      <dgm:spPr/>
    </dgm:pt>
    <dgm:pt modelId="{8D5CB3F4-A54D-4A11-9EC1-E6B17B905DB2}" type="pres">
      <dgm:prSet presAssocID="{EE51D7C5-F107-4E26-B129-CA58506B1CE8}" presName="sibTrans" presStyleCnt="0"/>
      <dgm:spPr/>
    </dgm:pt>
    <dgm:pt modelId="{6C478AF8-0D88-49CD-A451-D6ADB7ED0E94}" type="pres">
      <dgm:prSet presAssocID="{FFAC917B-0AFD-4D8C-B2B5-1BAD2AC6B046}" presName="compNode" presStyleCnt="0"/>
      <dgm:spPr/>
    </dgm:pt>
    <dgm:pt modelId="{4B6E6E1A-832C-4254-9BBF-1422C011DBE6}" type="pres">
      <dgm:prSet presAssocID="{FFAC917B-0AFD-4D8C-B2B5-1BAD2AC6B046}" presName="bgRect" presStyleLbl="bgShp" presStyleIdx="1" presStyleCnt="3"/>
      <dgm:spPr/>
    </dgm:pt>
    <dgm:pt modelId="{C8B05C84-04FD-4B11-8174-A555AF20170C}" type="pres">
      <dgm:prSet presAssocID="{FFAC917B-0AFD-4D8C-B2B5-1BAD2AC6B0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原子"/>
        </a:ext>
      </dgm:extLst>
    </dgm:pt>
    <dgm:pt modelId="{83FF462F-1566-4B2D-A742-17CF518257D2}" type="pres">
      <dgm:prSet presAssocID="{FFAC917B-0AFD-4D8C-B2B5-1BAD2AC6B046}" presName="spaceRect" presStyleCnt="0"/>
      <dgm:spPr/>
    </dgm:pt>
    <dgm:pt modelId="{8E323FAA-A2AC-44A7-8F90-82E1FEAC1018}" type="pres">
      <dgm:prSet presAssocID="{FFAC917B-0AFD-4D8C-B2B5-1BAD2AC6B046}" presName="parTx" presStyleLbl="revTx" presStyleIdx="1" presStyleCnt="3">
        <dgm:presLayoutVars>
          <dgm:chMax val="0"/>
          <dgm:chPref val="0"/>
        </dgm:presLayoutVars>
      </dgm:prSet>
      <dgm:spPr/>
    </dgm:pt>
    <dgm:pt modelId="{EC306286-AF1D-4698-8D0F-22FC4141A06C}" type="pres">
      <dgm:prSet presAssocID="{9222DFDD-3219-423B-886B-CD5353AF3A8D}" presName="sibTrans" presStyleCnt="0"/>
      <dgm:spPr/>
    </dgm:pt>
    <dgm:pt modelId="{32BBBA85-1831-4111-A0C7-2986E8531DBB}" type="pres">
      <dgm:prSet presAssocID="{A025A2C2-D350-4D48-A6EC-672D4E8FC116}" presName="compNode" presStyleCnt="0"/>
      <dgm:spPr/>
    </dgm:pt>
    <dgm:pt modelId="{5FB7F5C8-07D5-439E-BEA9-16900621472E}" type="pres">
      <dgm:prSet presAssocID="{A025A2C2-D350-4D48-A6EC-672D4E8FC116}" presName="bgRect" presStyleLbl="bgShp" presStyleIdx="2" presStyleCnt="3"/>
      <dgm:spPr/>
    </dgm:pt>
    <dgm:pt modelId="{3E8816FA-081A-45BA-A061-70F321C361EF}" type="pres">
      <dgm:prSet presAssocID="{A025A2C2-D350-4D48-A6EC-672D4E8FC1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数学"/>
        </a:ext>
      </dgm:extLst>
    </dgm:pt>
    <dgm:pt modelId="{4D6460F5-6D73-403E-B2D1-0740B239ADA1}" type="pres">
      <dgm:prSet presAssocID="{A025A2C2-D350-4D48-A6EC-672D4E8FC116}" presName="spaceRect" presStyleCnt="0"/>
      <dgm:spPr/>
    </dgm:pt>
    <dgm:pt modelId="{8063056B-B81C-4C36-ACC6-E114A2B1AF41}" type="pres">
      <dgm:prSet presAssocID="{A025A2C2-D350-4D48-A6EC-672D4E8FC1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96F33E-8A14-492F-9814-2BBB966361AC}" type="presOf" srcId="{EAAD058B-99A9-409D-9697-0F5B02C383B1}" destId="{891F6529-F5A7-4847-A5EA-17B956DA68EF}" srcOrd="0" destOrd="0" presId="urn:microsoft.com/office/officeart/2018/2/layout/IconVerticalSolidList"/>
    <dgm:cxn modelId="{FE4ABA40-9F2F-4B28-A101-D55AFDD20496}" type="presOf" srcId="{A025A2C2-D350-4D48-A6EC-672D4E8FC116}" destId="{8063056B-B81C-4C36-ACC6-E114A2B1AF41}" srcOrd="0" destOrd="0" presId="urn:microsoft.com/office/officeart/2018/2/layout/IconVerticalSolidList"/>
    <dgm:cxn modelId="{E5FC5B88-DBC0-4D74-AE3C-0E2885C8AC9B}" srcId="{EAAD058B-99A9-409D-9697-0F5B02C383B1}" destId="{73EA1EA4-4489-43AC-8CA2-77A699496844}" srcOrd="0" destOrd="0" parTransId="{17C24EF7-D2F4-4922-95EA-144C231FB687}" sibTransId="{EE51D7C5-F107-4E26-B129-CA58506B1CE8}"/>
    <dgm:cxn modelId="{47EE3B9B-5879-476C-B100-9BA0E979997F}" srcId="{EAAD058B-99A9-409D-9697-0F5B02C383B1}" destId="{A025A2C2-D350-4D48-A6EC-672D4E8FC116}" srcOrd="2" destOrd="0" parTransId="{1F47C517-025C-4649-A482-75500EE8034E}" sibTransId="{80078BB5-7EFD-40AD-B2CA-2CB015E74E65}"/>
    <dgm:cxn modelId="{7E855CA8-6AF7-441A-AD4B-1F3AC4AE4F94}" srcId="{EAAD058B-99A9-409D-9697-0F5B02C383B1}" destId="{FFAC917B-0AFD-4D8C-B2B5-1BAD2AC6B046}" srcOrd="1" destOrd="0" parTransId="{E4622F8C-1F70-4E08-B071-D2CC6785321A}" sibTransId="{9222DFDD-3219-423B-886B-CD5353AF3A8D}"/>
    <dgm:cxn modelId="{83EEFBC8-5D17-4B24-BF1D-CD7A58E4A4F8}" type="presOf" srcId="{FFAC917B-0AFD-4D8C-B2B5-1BAD2AC6B046}" destId="{8E323FAA-A2AC-44A7-8F90-82E1FEAC1018}" srcOrd="0" destOrd="0" presId="urn:microsoft.com/office/officeart/2018/2/layout/IconVerticalSolidList"/>
    <dgm:cxn modelId="{978B57D8-9317-4146-857F-342D6EB7A593}" type="presOf" srcId="{73EA1EA4-4489-43AC-8CA2-77A699496844}" destId="{9145AB6E-544D-4118-A8F2-8FEEA362A361}" srcOrd="0" destOrd="0" presId="urn:microsoft.com/office/officeart/2018/2/layout/IconVerticalSolidList"/>
    <dgm:cxn modelId="{EF9EAF9E-35E5-4E9B-AE9E-557EF42CC8F5}" type="presParOf" srcId="{891F6529-F5A7-4847-A5EA-17B956DA68EF}" destId="{40BA223F-89C4-4338-BB28-CC02F57147AB}" srcOrd="0" destOrd="0" presId="urn:microsoft.com/office/officeart/2018/2/layout/IconVerticalSolidList"/>
    <dgm:cxn modelId="{0F7A2B63-6586-4343-8545-E393A27FECC4}" type="presParOf" srcId="{40BA223F-89C4-4338-BB28-CC02F57147AB}" destId="{1D1DF4DC-91FC-4615-959E-57AA0AB5559B}" srcOrd="0" destOrd="0" presId="urn:microsoft.com/office/officeart/2018/2/layout/IconVerticalSolidList"/>
    <dgm:cxn modelId="{19BAC782-AA2A-4681-BB5E-394EFED9C951}" type="presParOf" srcId="{40BA223F-89C4-4338-BB28-CC02F57147AB}" destId="{C71D5068-E744-4F3C-86C6-42393FBD69B2}" srcOrd="1" destOrd="0" presId="urn:microsoft.com/office/officeart/2018/2/layout/IconVerticalSolidList"/>
    <dgm:cxn modelId="{092DE529-FAF2-4A84-9136-D429F06CA3B4}" type="presParOf" srcId="{40BA223F-89C4-4338-BB28-CC02F57147AB}" destId="{60998CB8-342A-4862-B7A3-7DC2823DF26E}" srcOrd="2" destOrd="0" presId="urn:microsoft.com/office/officeart/2018/2/layout/IconVerticalSolidList"/>
    <dgm:cxn modelId="{D0EDDCA5-F9A0-4888-8432-9432FF70C0D6}" type="presParOf" srcId="{40BA223F-89C4-4338-BB28-CC02F57147AB}" destId="{9145AB6E-544D-4118-A8F2-8FEEA362A361}" srcOrd="3" destOrd="0" presId="urn:microsoft.com/office/officeart/2018/2/layout/IconVerticalSolidList"/>
    <dgm:cxn modelId="{78B89122-7364-4F63-8F84-202C0F66A1A5}" type="presParOf" srcId="{891F6529-F5A7-4847-A5EA-17B956DA68EF}" destId="{8D5CB3F4-A54D-4A11-9EC1-E6B17B905DB2}" srcOrd="1" destOrd="0" presId="urn:microsoft.com/office/officeart/2018/2/layout/IconVerticalSolidList"/>
    <dgm:cxn modelId="{565C3BED-13CC-4F9E-A292-26E0630F57BF}" type="presParOf" srcId="{891F6529-F5A7-4847-A5EA-17B956DA68EF}" destId="{6C478AF8-0D88-49CD-A451-D6ADB7ED0E94}" srcOrd="2" destOrd="0" presId="urn:microsoft.com/office/officeart/2018/2/layout/IconVerticalSolidList"/>
    <dgm:cxn modelId="{F589947B-B1D5-4455-A03E-8785F63A5060}" type="presParOf" srcId="{6C478AF8-0D88-49CD-A451-D6ADB7ED0E94}" destId="{4B6E6E1A-832C-4254-9BBF-1422C011DBE6}" srcOrd="0" destOrd="0" presId="urn:microsoft.com/office/officeart/2018/2/layout/IconVerticalSolidList"/>
    <dgm:cxn modelId="{E1ED3033-2993-4F9F-BE8E-796CABC4FB47}" type="presParOf" srcId="{6C478AF8-0D88-49CD-A451-D6ADB7ED0E94}" destId="{C8B05C84-04FD-4B11-8174-A555AF20170C}" srcOrd="1" destOrd="0" presId="urn:microsoft.com/office/officeart/2018/2/layout/IconVerticalSolidList"/>
    <dgm:cxn modelId="{550F9CF8-D1AD-4089-9B66-2DCB6BADB426}" type="presParOf" srcId="{6C478AF8-0D88-49CD-A451-D6ADB7ED0E94}" destId="{83FF462F-1566-4B2D-A742-17CF518257D2}" srcOrd="2" destOrd="0" presId="urn:microsoft.com/office/officeart/2018/2/layout/IconVerticalSolidList"/>
    <dgm:cxn modelId="{217FB459-05BD-4CBA-A2DF-4A5AD56FD5D3}" type="presParOf" srcId="{6C478AF8-0D88-49CD-A451-D6ADB7ED0E94}" destId="{8E323FAA-A2AC-44A7-8F90-82E1FEAC1018}" srcOrd="3" destOrd="0" presId="urn:microsoft.com/office/officeart/2018/2/layout/IconVerticalSolidList"/>
    <dgm:cxn modelId="{5E3A56D8-8D99-4CA1-9434-E7CDDDC30CC0}" type="presParOf" srcId="{891F6529-F5A7-4847-A5EA-17B956DA68EF}" destId="{EC306286-AF1D-4698-8D0F-22FC4141A06C}" srcOrd="3" destOrd="0" presId="urn:microsoft.com/office/officeart/2018/2/layout/IconVerticalSolidList"/>
    <dgm:cxn modelId="{74CBF175-1DEC-44BC-940B-7B3F9C2A3698}" type="presParOf" srcId="{891F6529-F5A7-4847-A5EA-17B956DA68EF}" destId="{32BBBA85-1831-4111-A0C7-2986E8531DBB}" srcOrd="4" destOrd="0" presId="urn:microsoft.com/office/officeart/2018/2/layout/IconVerticalSolidList"/>
    <dgm:cxn modelId="{37D94539-72E7-41C5-A560-F38426ABC67B}" type="presParOf" srcId="{32BBBA85-1831-4111-A0C7-2986E8531DBB}" destId="{5FB7F5C8-07D5-439E-BEA9-16900621472E}" srcOrd="0" destOrd="0" presId="urn:microsoft.com/office/officeart/2018/2/layout/IconVerticalSolidList"/>
    <dgm:cxn modelId="{E3E36BE0-12F7-4EC4-A0F1-95787542E2E6}" type="presParOf" srcId="{32BBBA85-1831-4111-A0C7-2986E8531DBB}" destId="{3E8816FA-081A-45BA-A061-70F321C361EF}" srcOrd="1" destOrd="0" presId="urn:microsoft.com/office/officeart/2018/2/layout/IconVerticalSolidList"/>
    <dgm:cxn modelId="{9F6ABB1C-177A-4A68-AA3F-21EC68ED3914}" type="presParOf" srcId="{32BBBA85-1831-4111-A0C7-2986E8531DBB}" destId="{4D6460F5-6D73-403E-B2D1-0740B239ADA1}" srcOrd="2" destOrd="0" presId="urn:microsoft.com/office/officeart/2018/2/layout/IconVerticalSolidList"/>
    <dgm:cxn modelId="{83276E34-74F1-4A1F-99EC-386AEAF6CFA7}" type="presParOf" srcId="{32BBBA85-1831-4111-A0C7-2986E8531DBB}" destId="{8063056B-B81C-4C36-ACC6-E114A2B1AF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14877A-115E-4C26-8475-28156AE3675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765FF73-775D-420F-B833-C27942714B64}">
      <dgm:prSet/>
      <dgm:spPr/>
      <dgm:t>
        <a:bodyPr/>
        <a:lstStyle/>
        <a:p>
          <a:r>
            <a:rPr lang="zh-CN"/>
            <a:t>升幂引理</a:t>
          </a:r>
          <a:endParaRPr lang="en-US"/>
        </a:p>
      </dgm:t>
    </dgm:pt>
    <dgm:pt modelId="{A1C3210C-EF8C-47A0-90AF-B6E2EA57FF11}" type="parTrans" cxnId="{B8E4E98A-FA94-4B26-8A40-945DE6EE9D8D}">
      <dgm:prSet/>
      <dgm:spPr/>
      <dgm:t>
        <a:bodyPr/>
        <a:lstStyle/>
        <a:p>
          <a:endParaRPr lang="en-US"/>
        </a:p>
      </dgm:t>
    </dgm:pt>
    <dgm:pt modelId="{27CA90F8-127D-4641-8D24-63A9A55F0415}" type="sibTrans" cxnId="{B8E4E98A-FA94-4B26-8A40-945DE6EE9D8D}">
      <dgm:prSet/>
      <dgm:spPr/>
      <dgm:t>
        <a:bodyPr/>
        <a:lstStyle/>
        <a:p>
          <a:endParaRPr lang="en-US"/>
        </a:p>
      </dgm:t>
    </dgm:pt>
    <dgm:pt modelId="{D9696501-15EF-4573-8E83-16E6F6E094DB}">
      <dgm:prSet/>
      <dgm:spPr/>
      <dgm:t>
        <a:bodyPr/>
        <a:lstStyle/>
        <a:p>
          <a:r>
            <a:rPr lang="zh-CN"/>
            <a:t>威尔逊定理</a:t>
          </a:r>
          <a:endParaRPr lang="en-US"/>
        </a:p>
      </dgm:t>
    </dgm:pt>
    <dgm:pt modelId="{B3ABA62D-E2A7-4DEA-B85F-71B61B6B8FDA}" type="parTrans" cxnId="{8C1D6F21-1DFE-4F81-8FF6-93C0E4351607}">
      <dgm:prSet/>
      <dgm:spPr/>
      <dgm:t>
        <a:bodyPr/>
        <a:lstStyle/>
        <a:p>
          <a:endParaRPr lang="en-US"/>
        </a:p>
      </dgm:t>
    </dgm:pt>
    <dgm:pt modelId="{EBC96502-F91A-4378-AEDF-38FD935E931B}" type="sibTrans" cxnId="{8C1D6F21-1DFE-4F81-8FF6-93C0E4351607}">
      <dgm:prSet/>
      <dgm:spPr/>
      <dgm:t>
        <a:bodyPr/>
        <a:lstStyle/>
        <a:p>
          <a:endParaRPr lang="en-US"/>
        </a:p>
      </dgm:t>
    </dgm:pt>
    <dgm:pt modelId="{815F4BE2-908D-42D7-B68D-3A6C9DF2C088}">
      <dgm:prSet/>
      <dgm:spPr/>
      <dgm:t>
        <a:bodyPr/>
        <a:lstStyle/>
        <a:p>
          <a:r>
            <a:rPr lang="zh-CN"/>
            <a:t>卢卡斯定理</a:t>
          </a:r>
          <a:endParaRPr lang="en-US"/>
        </a:p>
      </dgm:t>
    </dgm:pt>
    <dgm:pt modelId="{A5CC22FA-6B42-4C9E-9560-71EB29775E0C}" type="parTrans" cxnId="{52E6ECCC-57CF-4781-8630-18DC83961EEA}">
      <dgm:prSet/>
      <dgm:spPr/>
      <dgm:t>
        <a:bodyPr/>
        <a:lstStyle/>
        <a:p>
          <a:endParaRPr lang="en-US"/>
        </a:p>
      </dgm:t>
    </dgm:pt>
    <dgm:pt modelId="{85C80BA8-E723-487E-BD2A-F6F5E15FAA54}" type="sibTrans" cxnId="{52E6ECCC-57CF-4781-8630-18DC83961EEA}">
      <dgm:prSet/>
      <dgm:spPr/>
      <dgm:t>
        <a:bodyPr/>
        <a:lstStyle/>
        <a:p>
          <a:endParaRPr lang="en-US"/>
        </a:p>
      </dgm:t>
    </dgm:pt>
    <dgm:pt modelId="{B795AA3B-CFB5-4654-84D6-998D8590EE7D}" type="pres">
      <dgm:prSet presAssocID="{B714877A-115E-4C26-8475-28156AE3675D}" presName="root" presStyleCnt="0">
        <dgm:presLayoutVars>
          <dgm:dir/>
          <dgm:resizeHandles val="exact"/>
        </dgm:presLayoutVars>
      </dgm:prSet>
      <dgm:spPr/>
    </dgm:pt>
    <dgm:pt modelId="{F1BB78BA-28C5-49BB-A8EC-958FF1220B05}" type="pres">
      <dgm:prSet presAssocID="{2765FF73-775D-420F-B833-C27942714B64}" presName="compNode" presStyleCnt="0"/>
      <dgm:spPr/>
    </dgm:pt>
    <dgm:pt modelId="{D5988EB1-B43B-4569-B01B-E935DBE568B3}" type="pres">
      <dgm:prSet presAssocID="{2765FF73-775D-420F-B833-C27942714B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引号"/>
        </a:ext>
      </dgm:extLst>
    </dgm:pt>
    <dgm:pt modelId="{F33EAF37-AC62-407F-8676-1EB248F65CC0}" type="pres">
      <dgm:prSet presAssocID="{2765FF73-775D-420F-B833-C27942714B64}" presName="spaceRect" presStyleCnt="0"/>
      <dgm:spPr/>
    </dgm:pt>
    <dgm:pt modelId="{458DD188-7E1A-4800-AB89-92F5AC62B4D2}" type="pres">
      <dgm:prSet presAssocID="{2765FF73-775D-420F-B833-C27942714B64}" presName="textRect" presStyleLbl="revTx" presStyleIdx="0" presStyleCnt="3">
        <dgm:presLayoutVars>
          <dgm:chMax val="1"/>
          <dgm:chPref val="1"/>
        </dgm:presLayoutVars>
      </dgm:prSet>
      <dgm:spPr/>
    </dgm:pt>
    <dgm:pt modelId="{A3F1B279-FE50-4391-B981-1EF65D0C6924}" type="pres">
      <dgm:prSet presAssocID="{27CA90F8-127D-4641-8D24-63A9A55F0415}" presName="sibTrans" presStyleCnt="0"/>
      <dgm:spPr/>
    </dgm:pt>
    <dgm:pt modelId="{E71624A9-64C9-4B7E-8B5E-C42C7B326464}" type="pres">
      <dgm:prSet presAssocID="{D9696501-15EF-4573-8E83-16E6F6E094DB}" presName="compNode" presStyleCnt="0"/>
      <dgm:spPr/>
    </dgm:pt>
    <dgm:pt modelId="{1F3372D1-4239-4335-BEF0-20F28EA9707B}" type="pres">
      <dgm:prSet presAssocID="{D9696501-15EF-4573-8E83-16E6F6E094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科学家"/>
        </a:ext>
      </dgm:extLst>
    </dgm:pt>
    <dgm:pt modelId="{D5188A3F-692F-4A10-B022-953648812E80}" type="pres">
      <dgm:prSet presAssocID="{D9696501-15EF-4573-8E83-16E6F6E094DB}" presName="spaceRect" presStyleCnt="0"/>
      <dgm:spPr/>
    </dgm:pt>
    <dgm:pt modelId="{D1158807-3AAE-48CC-B0DF-2C57CD84FD0F}" type="pres">
      <dgm:prSet presAssocID="{D9696501-15EF-4573-8E83-16E6F6E094DB}" presName="textRect" presStyleLbl="revTx" presStyleIdx="1" presStyleCnt="3">
        <dgm:presLayoutVars>
          <dgm:chMax val="1"/>
          <dgm:chPref val="1"/>
        </dgm:presLayoutVars>
      </dgm:prSet>
      <dgm:spPr/>
    </dgm:pt>
    <dgm:pt modelId="{C959617B-A755-4C3C-85C2-125865F91365}" type="pres">
      <dgm:prSet presAssocID="{EBC96502-F91A-4378-AEDF-38FD935E931B}" presName="sibTrans" presStyleCnt="0"/>
      <dgm:spPr/>
    </dgm:pt>
    <dgm:pt modelId="{07A73CF9-2E4E-457E-BD55-76C613534E1E}" type="pres">
      <dgm:prSet presAssocID="{815F4BE2-908D-42D7-B68D-3A6C9DF2C088}" presName="compNode" presStyleCnt="0"/>
      <dgm:spPr/>
    </dgm:pt>
    <dgm:pt modelId="{0DC43C5E-406B-407B-A39A-7C013B1731A7}" type="pres">
      <dgm:prSet presAssocID="{815F4BE2-908D-42D7-B68D-3A6C9DF2C0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数学"/>
        </a:ext>
      </dgm:extLst>
    </dgm:pt>
    <dgm:pt modelId="{51092C73-5474-472C-BDE3-6FAE61B41CCE}" type="pres">
      <dgm:prSet presAssocID="{815F4BE2-908D-42D7-B68D-3A6C9DF2C088}" presName="spaceRect" presStyleCnt="0"/>
      <dgm:spPr/>
    </dgm:pt>
    <dgm:pt modelId="{FC449D5C-CBB8-4990-A1B0-504DC89FE3A4}" type="pres">
      <dgm:prSet presAssocID="{815F4BE2-908D-42D7-B68D-3A6C9DF2C08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C1D6F21-1DFE-4F81-8FF6-93C0E4351607}" srcId="{B714877A-115E-4C26-8475-28156AE3675D}" destId="{D9696501-15EF-4573-8E83-16E6F6E094DB}" srcOrd="1" destOrd="0" parTransId="{B3ABA62D-E2A7-4DEA-B85F-71B61B6B8FDA}" sibTransId="{EBC96502-F91A-4378-AEDF-38FD935E931B}"/>
    <dgm:cxn modelId="{B8E4E98A-FA94-4B26-8A40-945DE6EE9D8D}" srcId="{B714877A-115E-4C26-8475-28156AE3675D}" destId="{2765FF73-775D-420F-B833-C27942714B64}" srcOrd="0" destOrd="0" parTransId="{A1C3210C-EF8C-47A0-90AF-B6E2EA57FF11}" sibTransId="{27CA90F8-127D-4641-8D24-63A9A55F0415}"/>
    <dgm:cxn modelId="{BE888B91-6951-436A-B12F-209540BD1CD9}" type="presOf" srcId="{2765FF73-775D-420F-B833-C27942714B64}" destId="{458DD188-7E1A-4800-AB89-92F5AC62B4D2}" srcOrd="0" destOrd="0" presId="urn:microsoft.com/office/officeart/2018/2/layout/IconLabelList"/>
    <dgm:cxn modelId="{28B0A7BF-E64F-4FCE-9709-53C923FF15CF}" type="presOf" srcId="{B714877A-115E-4C26-8475-28156AE3675D}" destId="{B795AA3B-CFB5-4654-84D6-998D8590EE7D}" srcOrd="0" destOrd="0" presId="urn:microsoft.com/office/officeart/2018/2/layout/IconLabelList"/>
    <dgm:cxn modelId="{52E6ECCC-57CF-4781-8630-18DC83961EEA}" srcId="{B714877A-115E-4C26-8475-28156AE3675D}" destId="{815F4BE2-908D-42D7-B68D-3A6C9DF2C088}" srcOrd="2" destOrd="0" parTransId="{A5CC22FA-6B42-4C9E-9560-71EB29775E0C}" sibTransId="{85C80BA8-E723-487E-BD2A-F6F5E15FAA54}"/>
    <dgm:cxn modelId="{77C289EB-F45C-40DE-8F66-865A052FB9D3}" type="presOf" srcId="{815F4BE2-908D-42D7-B68D-3A6C9DF2C088}" destId="{FC449D5C-CBB8-4990-A1B0-504DC89FE3A4}" srcOrd="0" destOrd="0" presId="urn:microsoft.com/office/officeart/2018/2/layout/IconLabelList"/>
    <dgm:cxn modelId="{73B3E2EE-0096-413A-BA7C-CBC64C7C4447}" type="presOf" srcId="{D9696501-15EF-4573-8E83-16E6F6E094DB}" destId="{D1158807-3AAE-48CC-B0DF-2C57CD84FD0F}" srcOrd="0" destOrd="0" presId="urn:microsoft.com/office/officeart/2018/2/layout/IconLabelList"/>
    <dgm:cxn modelId="{DD32020C-F76E-466B-8FF4-B33BA7467443}" type="presParOf" srcId="{B795AA3B-CFB5-4654-84D6-998D8590EE7D}" destId="{F1BB78BA-28C5-49BB-A8EC-958FF1220B05}" srcOrd="0" destOrd="0" presId="urn:microsoft.com/office/officeart/2018/2/layout/IconLabelList"/>
    <dgm:cxn modelId="{177A2437-3A98-4CAE-91BD-CF4C3E9028D7}" type="presParOf" srcId="{F1BB78BA-28C5-49BB-A8EC-958FF1220B05}" destId="{D5988EB1-B43B-4569-B01B-E935DBE568B3}" srcOrd="0" destOrd="0" presId="urn:microsoft.com/office/officeart/2018/2/layout/IconLabelList"/>
    <dgm:cxn modelId="{B3FAAAA2-7675-45C7-BB03-E33C6E320CFF}" type="presParOf" srcId="{F1BB78BA-28C5-49BB-A8EC-958FF1220B05}" destId="{F33EAF37-AC62-407F-8676-1EB248F65CC0}" srcOrd="1" destOrd="0" presId="urn:microsoft.com/office/officeart/2018/2/layout/IconLabelList"/>
    <dgm:cxn modelId="{F5B758D8-959D-4702-9315-987C24B57A01}" type="presParOf" srcId="{F1BB78BA-28C5-49BB-A8EC-958FF1220B05}" destId="{458DD188-7E1A-4800-AB89-92F5AC62B4D2}" srcOrd="2" destOrd="0" presId="urn:microsoft.com/office/officeart/2018/2/layout/IconLabelList"/>
    <dgm:cxn modelId="{B4F0EED6-BA5E-4089-8C1A-CEB041D3F9B8}" type="presParOf" srcId="{B795AA3B-CFB5-4654-84D6-998D8590EE7D}" destId="{A3F1B279-FE50-4391-B981-1EF65D0C6924}" srcOrd="1" destOrd="0" presId="urn:microsoft.com/office/officeart/2018/2/layout/IconLabelList"/>
    <dgm:cxn modelId="{739B1FDF-9437-4E1E-9460-7856E624FC05}" type="presParOf" srcId="{B795AA3B-CFB5-4654-84D6-998D8590EE7D}" destId="{E71624A9-64C9-4B7E-8B5E-C42C7B326464}" srcOrd="2" destOrd="0" presId="urn:microsoft.com/office/officeart/2018/2/layout/IconLabelList"/>
    <dgm:cxn modelId="{FBE20863-B4A8-457D-843C-0BB82DE8BA69}" type="presParOf" srcId="{E71624A9-64C9-4B7E-8B5E-C42C7B326464}" destId="{1F3372D1-4239-4335-BEF0-20F28EA9707B}" srcOrd="0" destOrd="0" presId="urn:microsoft.com/office/officeart/2018/2/layout/IconLabelList"/>
    <dgm:cxn modelId="{F2F88A9C-BB3F-46D6-B534-7D185CF1C713}" type="presParOf" srcId="{E71624A9-64C9-4B7E-8B5E-C42C7B326464}" destId="{D5188A3F-692F-4A10-B022-953648812E80}" srcOrd="1" destOrd="0" presId="urn:microsoft.com/office/officeart/2018/2/layout/IconLabelList"/>
    <dgm:cxn modelId="{FC077343-B857-4301-AB68-B9D6B9592F75}" type="presParOf" srcId="{E71624A9-64C9-4B7E-8B5E-C42C7B326464}" destId="{D1158807-3AAE-48CC-B0DF-2C57CD84FD0F}" srcOrd="2" destOrd="0" presId="urn:microsoft.com/office/officeart/2018/2/layout/IconLabelList"/>
    <dgm:cxn modelId="{33698DD3-6A59-44A6-9D5E-505C336EDF31}" type="presParOf" srcId="{B795AA3B-CFB5-4654-84D6-998D8590EE7D}" destId="{C959617B-A755-4C3C-85C2-125865F91365}" srcOrd="3" destOrd="0" presId="urn:microsoft.com/office/officeart/2018/2/layout/IconLabelList"/>
    <dgm:cxn modelId="{C70289BE-64D9-4ABE-8492-295D66802260}" type="presParOf" srcId="{B795AA3B-CFB5-4654-84D6-998D8590EE7D}" destId="{07A73CF9-2E4E-457E-BD55-76C613534E1E}" srcOrd="4" destOrd="0" presId="urn:microsoft.com/office/officeart/2018/2/layout/IconLabelList"/>
    <dgm:cxn modelId="{541E3F7D-8FF3-4326-9678-B824973AF5D5}" type="presParOf" srcId="{07A73CF9-2E4E-457E-BD55-76C613534E1E}" destId="{0DC43C5E-406B-407B-A39A-7C013B1731A7}" srcOrd="0" destOrd="0" presId="urn:microsoft.com/office/officeart/2018/2/layout/IconLabelList"/>
    <dgm:cxn modelId="{CBC3D31B-7DCE-416C-821D-19F7737D285B}" type="presParOf" srcId="{07A73CF9-2E4E-457E-BD55-76C613534E1E}" destId="{51092C73-5474-472C-BDE3-6FAE61B41CCE}" srcOrd="1" destOrd="0" presId="urn:microsoft.com/office/officeart/2018/2/layout/IconLabelList"/>
    <dgm:cxn modelId="{AB8EA953-C465-4809-9C55-31CF59E5807C}" type="presParOf" srcId="{07A73CF9-2E4E-457E-BD55-76C613534E1E}" destId="{FC449D5C-CBB8-4990-A1B0-504DC89FE3A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400973-336F-4880-A783-8FFBE26083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BB391B3-6CF6-4D26-AE4E-8E77F1524418}">
      <dgm:prSet/>
      <dgm:spPr/>
      <dgm:t>
        <a:bodyPr/>
        <a:lstStyle/>
        <a:p>
          <a:pPr>
            <a:defRPr cap="all"/>
          </a:pPr>
          <a:r>
            <a:rPr lang="zh-CN" dirty="0"/>
            <a:t>数学的用处何在？</a:t>
          </a:r>
          <a:endParaRPr lang="en-US" dirty="0"/>
        </a:p>
      </dgm:t>
    </dgm:pt>
    <dgm:pt modelId="{5AFE5987-9B56-4AA4-86FF-B40088B755BB}" type="parTrans" cxnId="{ED7A09B0-0DE1-4AF9-B598-59B2566210A2}">
      <dgm:prSet/>
      <dgm:spPr/>
      <dgm:t>
        <a:bodyPr/>
        <a:lstStyle/>
        <a:p>
          <a:endParaRPr lang="en-US"/>
        </a:p>
      </dgm:t>
    </dgm:pt>
    <dgm:pt modelId="{5DC69CAA-CB11-4609-B25C-17C27CFB2B0C}" type="sibTrans" cxnId="{ED7A09B0-0DE1-4AF9-B598-59B2566210A2}">
      <dgm:prSet/>
      <dgm:spPr/>
      <dgm:t>
        <a:bodyPr/>
        <a:lstStyle/>
        <a:p>
          <a:endParaRPr lang="en-US"/>
        </a:p>
      </dgm:t>
    </dgm:pt>
    <dgm:pt modelId="{912CAE6F-1B96-43C3-80E2-01E79E74AF2D}">
      <dgm:prSet/>
      <dgm:spPr/>
      <dgm:t>
        <a:bodyPr/>
        <a:lstStyle/>
        <a:p>
          <a:pPr>
            <a:defRPr cap="all"/>
          </a:pPr>
          <a:r>
            <a:rPr lang="en-US" dirty="0"/>
            <a:t>1. </a:t>
          </a:r>
          <a:r>
            <a:rPr lang="zh-CN" dirty="0"/>
            <a:t>构造递归关系式</a:t>
          </a:r>
          <a:endParaRPr lang="en-US" dirty="0"/>
        </a:p>
      </dgm:t>
    </dgm:pt>
    <dgm:pt modelId="{C12E45A8-B1B7-4A11-9E40-5AFA60D5E8E8}" type="parTrans" cxnId="{0987D470-CBD4-4022-AF7B-E7FE49CCD2EF}">
      <dgm:prSet/>
      <dgm:spPr/>
      <dgm:t>
        <a:bodyPr/>
        <a:lstStyle/>
        <a:p>
          <a:endParaRPr lang="en-US"/>
        </a:p>
      </dgm:t>
    </dgm:pt>
    <dgm:pt modelId="{038018E2-3EDC-4FEB-A84D-9979715B6DE8}" type="sibTrans" cxnId="{0987D470-CBD4-4022-AF7B-E7FE49CCD2EF}">
      <dgm:prSet/>
      <dgm:spPr/>
      <dgm:t>
        <a:bodyPr/>
        <a:lstStyle/>
        <a:p>
          <a:endParaRPr lang="en-US"/>
        </a:p>
      </dgm:t>
    </dgm:pt>
    <dgm:pt modelId="{7E0E3EAA-3BDC-4D57-A23E-13B7C45237E9}">
      <dgm:prSet/>
      <dgm:spPr/>
      <dgm:t>
        <a:bodyPr/>
        <a:lstStyle/>
        <a:p>
          <a:pPr>
            <a:defRPr cap="all"/>
          </a:pPr>
          <a:r>
            <a:rPr lang="en-US" dirty="0"/>
            <a:t>2. </a:t>
          </a:r>
          <a:r>
            <a:rPr lang="zh-CN" dirty="0"/>
            <a:t>减少重复高效率</a:t>
          </a:r>
          <a:endParaRPr lang="en-US" dirty="0"/>
        </a:p>
      </dgm:t>
    </dgm:pt>
    <dgm:pt modelId="{FDAD6B75-6A0F-4D88-BF5B-921166156263}" type="parTrans" cxnId="{D3016796-16B3-4D6A-B96B-9083677E11E9}">
      <dgm:prSet/>
      <dgm:spPr/>
      <dgm:t>
        <a:bodyPr/>
        <a:lstStyle/>
        <a:p>
          <a:endParaRPr lang="en-US"/>
        </a:p>
      </dgm:t>
    </dgm:pt>
    <dgm:pt modelId="{C934CE25-78EB-4C00-AEA4-17F498BAC94D}" type="sibTrans" cxnId="{D3016796-16B3-4D6A-B96B-9083677E11E9}">
      <dgm:prSet/>
      <dgm:spPr/>
      <dgm:t>
        <a:bodyPr/>
        <a:lstStyle/>
        <a:p>
          <a:endParaRPr lang="en-US"/>
        </a:p>
      </dgm:t>
    </dgm:pt>
    <dgm:pt modelId="{64239182-24D0-4B53-882B-061A0946AC47}" type="pres">
      <dgm:prSet presAssocID="{A7400973-336F-4880-A783-8FFBE26083C6}" presName="root" presStyleCnt="0">
        <dgm:presLayoutVars>
          <dgm:dir/>
          <dgm:resizeHandles val="exact"/>
        </dgm:presLayoutVars>
      </dgm:prSet>
      <dgm:spPr/>
    </dgm:pt>
    <dgm:pt modelId="{BFF4BC9B-C91D-4F96-B330-3AE81FF7E995}" type="pres">
      <dgm:prSet presAssocID="{9BB391B3-6CF6-4D26-AE4E-8E77F1524418}" presName="compNode" presStyleCnt="0"/>
      <dgm:spPr/>
    </dgm:pt>
    <dgm:pt modelId="{537F471D-EC51-42B0-B7F8-90DFAFFC048E}" type="pres">
      <dgm:prSet presAssocID="{9BB391B3-6CF6-4D26-AE4E-8E77F1524418}" presName="iconBgRect" presStyleLbl="bgShp" presStyleIdx="0" presStyleCnt="3"/>
      <dgm:spPr/>
    </dgm:pt>
    <dgm:pt modelId="{E9DABCB0-93EC-4C2B-9BE4-513967D7875F}" type="pres">
      <dgm:prSet presAssocID="{9BB391B3-6CF6-4D26-AE4E-8E77F15244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数学"/>
        </a:ext>
      </dgm:extLst>
    </dgm:pt>
    <dgm:pt modelId="{F4C62633-FCC8-464D-8978-47DC20F31A8F}" type="pres">
      <dgm:prSet presAssocID="{9BB391B3-6CF6-4D26-AE4E-8E77F1524418}" presName="spaceRect" presStyleCnt="0"/>
      <dgm:spPr/>
    </dgm:pt>
    <dgm:pt modelId="{2D977B33-3E77-4685-84E2-A41281DC9641}" type="pres">
      <dgm:prSet presAssocID="{9BB391B3-6CF6-4D26-AE4E-8E77F1524418}" presName="textRect" presStyleLbl="revTx" presStyleIdx="0" presStyleCnt="3">
        <dgm:presLayoutVars>
          <dgm:chMax val="1"/>
          <dgm:chPref val="1"/>
        </dgm:presLayoutVars>
      </dgm:prSet>
      <dgm:spPr/>
    </dgm:pt>
    <dgm:pt modelId="{71DEDC27-8104-4B67-B54A-4A452B74CA09}" type="pres">
      <dgm:prSet presAssocID="{5DC69CAA-CB11-4609-B25C-17C27CFB2B0C}" presName="sibTrans" presStyleCnt="0"/>
      <dgm:spPr/>
    </dgm:pt>
    <dgm:pt modelId="{DCEBEE73-3033-4A24-BD04-813FB1A7808A}" type="pres">
      <dgm:prSet presAssocID="{912CAE6F-1B96-43C3-80E2-01E79E74AF2D}" presName="compNode" presStyleCnt="0"/>
      <dgm:spPr/>
    </dgm:pt>
    <dgm:pt modelId="{A4E0EAD8-425D-42D9-81A6-159CB4F553EC}" type="pres">
      <dgm:prSet presAssocID="{912CAE6F-1B96-43C3-80E2-01E79E74AF2D}" presName="iconBgRect" presStyleLbl="bgShp" presStyleIdx="1" presStyleCnt="3"/>
      <dgm:spPr/>
    </dgm:pt>
    <dgm:pt modelId="{35258314-5305-41F7-B057-A42BB0C9010D}" type="pres">
      <dgm:prSet presAssocID="{912CAE6F-1B96-43C3-80E2-01E79E74AF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添加"/>
        </a:ext>
      </dgm:extLst>
    </dgm:pt>
    <dgm:pt modelId="{28081C6F-E0FD-4B22-AF71-6E5A6594E869}" type="pres">
      <dgm:prSet presAssocID="{912CAE6F-1B96-43C3-80E2-01E79E74AF2D}" presName="spaceRect" presStyleCnt="0"/>
      <dgm:spPr/>
    </dgm:pt>
    <dgm:pt modelId="{5FA4AEAD-98B4-490E-BF19-7267372D6AE3}" type="pres">
      <dgm:prSet presAssocID="{912CAE6F-1B96-43C3-80E2-01E79E74AF2D}" presName="textRect" presStyleLbl="revTx" presStyleIdx="1" presStyleCnt="3">
        <dgm:presLayoutVars>
          <dgm:chMax val="1"/>
          <dgm:chPref val="1"/>
        </dgm:presLayoutVars>
      </dgm:prSet>
      <dgm:spPr/>
    </dgm:pt>
    <dgm:pt modelId="{35871AD7-456A-45C5-B272-C68760213001}" type="pres">
      <dgm:prSet presAssocID="{038018E2-3EDC-4FEB-A84D-9979715B6DE8}" presName="sibTrans" presStyleCnt="0"/>
      <dgm:spPr/>
    </dgm:pt>
    <dgm:pt modelId="{25DF4495-F397-4722-8EC8-849D7F8338C7}" type="pres">
      <dgm:prSet presAssocID="{7E0E3EAA-3BDC-4D57-A23E-13B7C45237E9}" presName="compNode" presStyleCnt="0"/>
      <dgm:spPr/>
    </dgm:pt>
    <dgm:pt modelId="{804B5689-74EB-4BC3-AB56-562580BB2D84}" type="pres">
      <dgm:prSet presAssocID="{7E0E3EAA-3BDC-4D57-A23E-13B7C45237E9}" presName="iconBgRect" presStyleLbl="bgShp" presStyleIdx="2" presStyleCnt="3"/>
      <dgm:spPr/>
    </dgm:pt>
    <dgm:pt modelId="{1995D549-4725-4E1E-9BEE-63FBC450DB75}" type="pres">
      <dgm:prSet presAssocID="{7E0E3EAA-3BDC-4D57-A23E-13B7C45237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E2B9280-A67E-42B6-922D-D16AA58B2152}" type="pres">
      <dgm:prSet presAssocID="{7E0E3EAA-3BDC-4D57-A23E-13B7C45237E9}" presName="spaceRect" presStyleCnt="0"/>
      <dgm:spPr/>
    </dgm:pt>
    <dgm:pt modelId="{7EDB91C6-64FF-4158-A145-239D7E5D0D2F}" type="pres">
      <dgm:prSet presAssocID="{7E0E3EAA-3BDC-4D57-A23E-13B7C45237E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76B2048-97F0-4C48-A6C8-B42695E6436E}" type="presOf" srcId="{A7400973-336F-4880-A783-8FFBE26083C6}" destId="{64239182-24D0-4B53-882B-061A0946AC47}" srcOrd="0" destOrd="0" presId="urn:microsoft.com/office/officeart/2018/5/layout/IconCircleLabelList"/>
    <dgm:cxn modelId="{0EE7E849-D7F4-4427-88B0-004C8933AD9D}" type="presOf" srcId="{9BB391B3-6CF6-4D26-AE4E-8E77F1524418}" destId="{2D977B33-3E77-4685-84E2-A41281DC9641}" srcOrd="0" destOrd="0" presId="urn:microsoft.com/office/officeart/2018/5/layout/IconCircleLabelList"/>
    <dgm:cxn modelId="{0987D470-CBD4-4022-AF7B-E7FE49CCD2EF}" srcId="{A7400973-336F-4880-A783-8FFBE26083C6}" destId="{912CAE6F-1B96-43C3-80E2-01E79E74AF2D}" srcOrd="1" destOrd="0" parTransId="{C12E45A8-B1B7-4A11-9E40-5AFA60D5E8E8}" sibTransId="{038018E2-3EDC-4FEB-A84D-9979715B6DE8}"/>
    <dgm:cxn modelId="{D3016796-16B3-4D6A-B96B-9083677E11E9}" srcId="{A7400973-336F-4880-A783-8FFBE26083C6}" destId="{7E0E3EAA-3BDC-4D57-A23E-13B7C45237E9}" srcOrd="2" destOrd="0" parTransId="{FDAD6B75-6A0F-4D88-BF5B-921166156263}" sibTransId="{C934CE25-78EB-4C00-AEA4-17F498BAC94D}"/>
    <dgm:cxn modelId="{FCBE9DAD-0037-4744-B683-C4492996BA75}" type="presOf" srcId="{912CAE6F-1B96-43C3-80E2-01E79E74AF2D}" destId="{5FA4AEAD-98B4-490E-BF19-7267372D6AE3}" srcOrd="0" destOrd="0" presId="urn:microsoft.com/office/officeart/2018/5/layout/IconCircleLabelList"/>
    <dgm:cxn modelId="{ED7A09B0-0DE1-4AF9-B598-59B2566210A2}" srcId="{A7400973-336F-4880-A783-8FFBE26083C6}" destId="{9BB391B3-6CF6-4D26-AE4E-8E77F1524418}" srcOrd="0" destOrd="0" parTransId="{5AFE5987-9B56-4AA4-86FF-B40088B755BB}" sibTransId="{5DC69CAA-CB11-4609-B25C-17C27CFB2B0C}"/>
    <dgm:cxn modelId="{EC3738F0-3782-495E-9CC3-B46A8487D751}" type="presOf" srcId="{7E0E3EAA-3BDC-4D57-A23E-13B7C45237E9}" destId="{7EDB91C6-64FF-4158-A145-239D7E5D0D2F}" srcOrd="0" destOrd="0" presId="urn:microsoft.com/office/officeart/2018/5/layout/IconCircleLabelList"/>
    <dgm:cxn modelId="{23DCE466-480E-4298-87E0-80564D099C00}" type="presParOf" srcId="{64239182-24D0-4B53-882B-061A0946AC47}" destId="{BFF4BC9B-C91D-4F96-B330-3AE81FF7E995}" srcOrd="0" destOrd="0" presId="urn:microsoft.com/office/officeart/2018/5/layout/IconCircleLabelList"/>
    <dgm:cxn modelId="{1D0B02E0-05D1-4A49-8B72-493D4F0C11EB}" type="presParOf" srcId="{BFF4BC9B-C91D-4F96-B330-3AE81FF7E995}" destId="{537F471D-EC51-42B0-B7F8-90DFAFFC048E}" srcOrd="0" destOrd="0" presId="urn:microsoft.com/office/officeart/2018/5/layout/IconCircleLabelList"/>
    <dgm:cxn modelId="{C206EE2C-4739-483A-80F4-9453AED38A5C}" type="presParOf" srcId="{BFF4BC9B-C91D-4F96-B330-3AE81FF7E995}" destId="{E9DABCB0-93EC-4C2B-9BE4-513967D7875F}" srcOrd="1" destOrd="0" presId="urn:microsoft.com/office/officeart/2018/5/layout/IconCircleLabelList"/>
    <dgm:cxn modelId="{17871827-F3D5-4113-AF6E-EA19C4DF9D9A}" type="presParOf" srcId="{BFF4BC9B-C91D-4F96-B330-3AE81FF7E995}" destId="{F4C62633-FCC8-464D-8978-47DC20F31A8F}" srcOrd="2" destOrd="0" presId="urn:microsoft.com/office/officeart/2018/5/layout/IconCircleLabelList"/>
    <dgm:cxn modelId="{9957B046-6460-4720-9170-C44CDB8FC834}" type="presParOf" srcId="{BFF4BC9B-C91D-4F96-B330-3AE81FF7E995}" destId="{2D977B33-3E77-4685-84E2-A41281DC9641}" srcOrd="3" destOrd="0" presId="urn:microsoft.com/office/officeart/2018/5/layout/IconCircleLabelList"/>
    <dgm:cxn modelId="{651ECB72-0276-4757-AEE4-DCBEA55719D5}" type="presParOf" srcId="{64239182-24D0-4B53-882B-061A0946AC47}" destId="{71DEDC27-8104-4B67-B54A-4A452B74CA09}" srcOrd="1" destOrd="0" presId="urn:microsoft.com/office/officeart/2018/5/layout/IconCircleLabelList"/>
    <dgm:cxn modelId="{FC0898CB-C451-4F72-8B0E-48CEC35ADF96}" type="presParOf" srcId="{64239182-24D0-4B53-882B-061A0946AC47}" destId="{DCEBEE73-3033-4A24-BD04-813FB1A7808A}" srcOrd="2" destOrd="0" presId="urn:microsoft.com/office/officeart/2018/5/layout/IconCircleLabelList"/>
    <dgm:cxn modelId="{C84C82F8-BD21-44E2-805C-BA02D3B703B8}" type="presParOf" srcId="{DCEBEE73-3033-4A24-BD04-813FB1A7808A}" destId="{A4E0EAD8-425D-42D9-81A6-159CB4F553EC}" srcOrd="0" destOrd="0" presId="urn:microsoft.com/office/officeart/2018/5/layout/IconCircleLabelList"/>
    <dgm:cxn modelId="{FEF6DA64-7D48-4563-A44A-11CDF0D33735}" type="presParOf" srcId="{DCEBEE73-3033-4A24-BD04-813FB1A7808A}" destId="{35258314-5305-41F7-B057-A42BB0C9010D}" srcOrd="1" destOrd="0" presId="urn:microsoft.com/office/officeart/2018/5/layout/IconCircleLabelList"/>
    <dgm:cxn modelId="{B614F2F1-35B6-4D4B-BED7-3AB95CD76A84}" type="presParOf" srcId="{DCEBEE73-3033-4A24-BD04-813FB1A7808A}" destId="{28081C6F-E0FD-4B22-AF71-6E5A6594E869}" srcOrd="2" destOrd="0" presId="urn:microsoft.com/office/officeart/2018/5/layout/IconCircleLabelList"/>
    <dgm:cxn modelId="{C3CFDF8C-7968-4DEF-8DF2-BA1DF9DA07D8}" type="presParOf" srcId="{DCEBEE73-3033-4A24-BD04-813FB1A7808A}" destId="{5FA4AEAD-98B4-490E-BF19-7267372D6AE3}" srcOrd="3" destOrd="0" presId="urn:microsoft.com/office/officeart/2018/5/layout/IconCircleLabelList"/>
    <dgm:cxn modelId="{14106CFE-21BE-4CA4-B872-A63CE81812E2}" type="presParOf" srcId="{64239182-24D0-4B53-882B-061A0946AC47}" destId="{35871AD7-456A-45C5-B272-C68760213001}" srcOrd="3" destOrd="0" presId="urn:microsoft.com/office/officeart/2018/5/layout/IconCircleLabelList"/>
    <dgm:cxn modelId="{D5E69F3B-DC31-4D75-976C-53DED0F077B8}" type="presParOf" srcId="{64239182-24D0-4B53-882B-061A0946AC47}" destId="{25DF4495-F397-4722-8EC8-849D7F8338C7}" srcOrd="4" destOrd="0" presId="urn:microsoft.com/office/officeart/2018/5/layout/IconCircleLabelList"/>
    <dgm:cxn modelId="{896EE687-652B-430E-BFDA-FBFA38C055C8}" type="presParOf" srcId="{25DF4495-F397-4722-8EC8-849D7F8338C7}" destId="{804B5689-74EB-4BC3-AB56-562580BB2D84}" srcOrd="0" destOrd="0" presId="urn:microsoft.com/office/officeart/2018/5/layout/IconCircleLabelList"/>
    <dgm:cxn modelId="{3F1A3BEB-296D-43E6-AFA2-898021F65EDF}" type="presParOf" srcId="{25DF4495-F397-4722-8EC8-849D7F8338C7}" destId="{1995D549-4725-4E1E-9BEE-63FBC450DB75}" srcOrd="1" destOrd="0" presId="urn:microsoft.com/office/officeart/2018/5/layout/IconCircleLabelList"/>
    <dgm:cxn modelId="{545BF051-E264-4D86-B4C2-E610DD31B483}" type="presParOf" srcId="{25DF4495-F397-4722-8EC8-849D7F8338C7}" destId="{3E2B9280-A67E-42B6-922D-D16AA58B2152}" srcOrd="2" destOrd="0" presId="urn:microsoft.com/office/officeart/2018/5/layout/IconCircleLabelList"/>
    <dgm:cxn modelId="{25372D40-5613-432E-9029-9B8E1DC95BB0}" type="presParOf" srcId="{25DF4495-F397-4722-8EC8-849D7F8338C7}" destId="{7EDB91C6-64FF-4158-A145-239D7E5D0D2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1CEFB-431E-432A-BA8F-130E6EF6D35A}">
      <dsp:nvSpPr>
        <dsp:cNvPr id="0" name=""/>
        <dsp:cNvSpPr/>
      </dsp:nvSpPr>
      <dsp:spPr>
        <a:xfrm>
          <a:off x="3080" y="1115125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E57E8-A1BC-401B-BC5B-2192982049BE}">
      <dsp:nvSpPr>
        <dsp:cNvPr id="0" name=""/>
        <dsp:cNvSpPr/>
      </dsp:nvSpPr>
      <dsp:spPr>
        <a:xfrm>
          <a:off x="247486" y="134731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kern="1200"/>
            <a:t>取模化简</a:t>
          </a:r>
          <a:endParaRPr lang="en-US" sz="3300" kern="1200"/>
        </a:p>
      </dsp:txBody>
      <dsp:txXfrm>
        <a:off x="288396" y="1388220"/>
        <a:ext cx="2117829" cy="1314957"/>
      </dsp:txXfrm>
    </dsp:sp>
    <dsp:sp modelId="{7261A6AF-7CAC-4A6A-8073-179BD48B6724}">
      <dsp:nvSpPr>
        <dsp:cNvPr id="0" name=""/>
        <dsp:cNvSpPr/>
      </dsp:nvSpPr>
      <dsp:spPr>
        <a:xfrm>
          <a:off x="2691541" y="1115125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681A7-F632-4042-9298-D51414C377EA}">
      <dsp:nvSpPr>
        <dsp:cNvPr id="0" name=""/>
        <dsp:cNvSpPr/>
      </dsp:nvSpPr>
      <dsp:spPr>
        <a:xfrm>
          <a:off x="2935947" y="134731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kern="1200"/>
            <a:t>表示贡献</a:t>
          </a:r>
          <a:endParaRPr lang="en-US" sz="3300" kern="1200"/>
        </a:p>
      </dsp:txBody>
      <dsp:txXfrm>
        <a:off x="2976857" y="1388220"/>
        <a:ext cx="2117829" cy="1314957"/>
      </dsp:txXfrm>
    </dsp:sp>
    <dsp:sp modelId="{203AF49D-9926-4A86-9E5E-5D4522EA8804}">
      <dsp:nvSpPr>
        <dsp:cNvPr id="0" name=""/>
        <dsp:cNvSpPr/>
      </dsp:nvSpPr>
      <dsp:spPr>
        <a:xfrm>
          <a:off x="5380002" y="1115125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1EB6F-B84A-40B8-BB14-508A65576169}">
      <dsp:nvSpPr>
        <dsp:cNvPr id="0" name=""/>
        <dsp:cNvSpPr/>
      </dsp:nvSpPr>
      <dsp:spPr>
        <a:xfrm>
          <a:off x="5624408" y="134731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kern="1200" dirty="0"/>
            <a:t>交换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US" sz="3300" i="0" kern="1200" dirty="0" smtClean="0">
                  <a:latin typeface="Cambria Math" panose="02040503050406030204" pitchFamily="18" charset="0"/>
                </a:rPr>
                <m:t>Σ</m:t>
              </m:r>
            </m:oMath>
          </a14:m>
          <a:endParaRPr lang="en-US" sz="3300" kern="1200" dirty="0"/>
        </a:p>
      </dsp:txBody>
      <dsp:txXfrm>
        <a:off x="5665318" y="1388220"/>
        <a:ext cx="2117829" cy="1314957"/>
      </dsp:txXfrm>
    </dsp:sp>
    <dsp:sp modelId="{25C0D3BF-3269-461E-B986-4828145384C9}">
      <dsp:nvSpPr>
        <dsp:cNvPr id="0" name=""/>
        <dsp:cNvSpPr/>
      </dsp:nvSpPr>
      <dsp:spPr>
        <a:xfrm>
          <a:off x="8068463" y="1115125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9896A-D3A0-4273-BE84-F491C7653E3D}">
      <dsp:nvSpPr>
        <dsp:cNvPr id="0" name=""/>
        <dsp:cNvSpPr/>
      </dsp:nvSpPr>
      <dsp:spPr>
        <a:xfrm>
          <a:off x="8312869" y="134731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kern="1200" dirty="0"/>
            <a:t>寻找内层</a:t>
          </a:r>
          <a14:m xmlns:a14="http://schemas.microsoft.com/office/drawing/2010/main">
            <m:oMath xmlns:m="http://schemas.openxmlformats.org/officeDocument/2006/math">
              <m:r>
                <a:rPr lang="zh-CN" sz="3300" i="1" kern="1200" dirty="0" smtClean="0">
                  <a:latin typeface="Cambria Math" panose="02040503050406030204" pitchFamily="18" charset="0"/>
                </a:rPr>
                <m:t>∑</m:t>
              </m:r>
            </m:oMath>
          </a14:m>
          <a:r>
            <a:rPr lang="zh-CN" sz="3300" kern="1200" dirty="0"/>
            <a:t>的上界</a:t>
          </a:r>
          <a:endParaRPr lang="en-US" sz="3300" kern="1200" dirty="0"/>
        </a:p>
      </dsp:txBody>
      <dsp:txXfrm>
        <a:off x="8353779" y="1388220"/>
        <a:ext cx="2117829" cy="1314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DF4DC-91FC-4615-959E-57AA0AB5559B}">
      <dsp:nvSpPr>
        <dsp:cNvPr id="0" name=""/>
        <dsp:cNvSpPr/>
      </dsp:nvSpPr>
      <dsp:spPr>
        <a:xfrm>
          <a:off x="0" y="471"/>
          <a:ext cx="4782879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D5068-E744-4F3C-86C6-42393FBD69B2}">
      <dsp:nvSpPr>
        <dsp:cNvPr id="0" name=""/>
        <dsp:cNvSpPr/>
      </dsp:nvSpPr>
      <dsp:spPr>
        <a:xfrm>
          <a:off x="333510" y="248536"/>
          <a:ext cx="606382" cy="606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5AB6E-544D-4118-A8F2-8FEEA362A361}">
      <dsp:nvSpPr>
        <dsp:cNvPr id="0" name=""/>
        <dsp:cNvSpPr/>
      </dsp:nvSpPr>
      <dsp:spPr>
        <a:xfrm>
          <a:off x="1273403" y="471"/>
          <a:ext cx="3509475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/>
            <a:t>背景：如何求小于</a:t>
          </a:r>
          <a:r>
            <a:rPr lang="en-US" sz="2200" kern="1200"/>
            <a:t>n</a:t>
          </a:r>
          <a:r>
            <a:rPr lang="zh-CN" sz="2200" kern="1200"/>
            <a:t>的全部素数</a:t>
          </a:r>
          <a:endParaRPr lang="en-US" sz="2200" kern="1200"/>
        </a:p>
      </dsp:txBody>
      <dsp:txXfrm>
        <a:off x="1273403" y="471"/>
        <a:ext cx="3509475" cy="1102514"/>
      </dsp:txXfrm>
    </dsp:sp>
    <dsp:sp modelId="{4B6E6E1A-832C-4254-9BBF-1422C011DBE6}">
      <dsp:nvSpPr>
        <dsp:cNvPr id="0" name=""/>
        <dsp:cNvSpPr/>
      </dsp:nvSpPr>
      <dsp:spPr>
        <a:xfrm>
          <a:off x="0" y="1378613"/>
          <a:ext cx="4782879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05C84-04FD-4B11-8174-A555AF20170C}">
      <dsp:nvSpPr>
        <dsp:cNvPr id="0" name=""/>
        <dsp:cNvSpPr/>
      </dsp:nvSpPr>
      <dsp:spPr>
        <a:xfrm>
          <a:off x="333510" y="1626679"/>
          <a:ext cx="606382" cy="606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23FAA-A2AC-44A7-8F90-82E1FEAC1018}">
      <dsp:nvSpPr>
        <dsp:cNvPr id="0" name=""/>
        <dsp:cNvSpPr/>
      </dsp:nvSpPr>
      <dsp:spPr>
        <a:xfrm>
          <a:off x="1273403" y="1378613"/>
          <a:ext cx="3509475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/>
            <a:t>一般方法：根据定义验证</a:t>
          </a:r>
          <a:r>
            <a:rPr lang="en-US" sz="2200" kern="1200"/>
            <a:t>p</a:t>
          </a:r>
          <a:r>
            <a:rPr lang="zh-CN" sz="2200" kern="1200"/>
            <a:t>是不是素数，遍历</a:t>
          </a:r>
          <a:r>
            <a:rPr lang="en-US" sz="2200" kern="1200"/>
            <a:t>1</a:t>
          </a:r>
          <a:r>
            <a:rPr lang="zh-CN" sz="2200" kern="1200"/>
            <a:t>到</a:t>
          </a:r>
          <a:r>
            <a:rPr lang="en-US" sz="2200" kern="1200"/>
            <a:t>n</a:t>
          </a:r>
        </a:p>
      </dsp:txBody>
      <dsp:txXfrm>
        <a:off x="1273403" y="1378613"/>
        <a:ext cx="3509475" cy="1102514"/>
      </dsp:txXfrm>
    </dsp:sp>
    <dsp:sp modelId="{5FB7F5C8-07D5-439E-BEA9-16900621472E}">
      <dsp:nvSpPr>
        <dsp:cNvPr id="0" name=""/>
        <dsp:cNvSpPr/>
      </dsp:nvSpPr>
      <dsp:spPr>
        <a:xfrm>
          <a:off x="0" y="2756756"/>
          <a:ext cx="4782879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816FA-081A-45BA-A061-70F321C361EF}">
      <dsp:nvSpPr>
        <dsp:cNvPr id="0" name=""/>
        <dsp:cNvSpPr/>
      </dsp:nvSpPr>
      <dsp:spPr>
        <a:xfrm>
          <a:off x="333510" y="3004822"/>
          <a:ext cx="606382" cy="606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3056B-B81C-4C36-ACC6-E114A2B1AF41}">
      <dsp:nvSpPr>
        <dsp:cNvPr id="0" name=""/>
        <dsp:cNvSpPr/>
      </dsp:nvSpPr>
      <dsp:spPr>
        <a:xfrm>
          <a:off x="1273403" y="2756756"/>
          <a:ext cx="3509475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/>
            <a:t>如果如此计算，复杂度为</a:t>
          </a:r>
          <a:r>
            <a:rPr lang="en-US" sz="2200" kern="1200"/>
            <a:t>o(n</a:t>
          </a:r>
          <a:r>
            <a:rPr lang="en-US" sz="2200" kern="1200" baseline="30000"/>
            <a:t>2</a:t>
          </a:r>
          <a:r>
            <a:rPr lang="en-US" sz="2200" kern="1200"/>
            <a:t>)</a:t>
          </a:r>
          <a:r>
            <a:rPr lang="zh-CN" sz="2200" kern="1200"/>
            <a:t>不够高效</a:t>
          </a:r>
          <a:endParaRPr lang="en-US" sz="2200" kern="1200"/>
        </a:p>
      </dsp:txBody>
      <dsp:txXfrm>
        <a:off x="1273403" y="2756756"/>
        <a:ext cx="3509475" cy="1102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88EB1-B43B-4569-B01B-E935DBE568B3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DD188-7E1A-4800-AB89-92F5AC62B4D2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600" kern="1200"/>
            <a:t>升幂引理</a:t>
          </a:r>
          <a:endParaRPr lang="en-US" sz="3600" kern="1200"/>
        </a:p>
      </dsp:txBody>
      <dsp:txXfrm>
        <a:off x="417971" y="2644140"/>
        <a:ext cx="2889450" cy="720000"/>
      </dsp:txXfrm>
    </dsp:sp>
    <dsp:sp modelId="{1F3372D1-4239-4335-BEF0-20F28EA9707B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58807-3AAE-48CC-B0DF-2C57CD84FD0F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600" kern="1200"/>
            <a:t>威尔逊定理</a:t>
          </a:r>
          <a:endParaRPr lang="en-US" sz="3600" kern="1200"/>
        </a:p>
      </dsp:txBody>
      <dsp:txXfrm>
        <a:off x="3813075" y="2644140"/>
        <a:ext cx="2889450" cy="720000"/>
      </dsp:txXfrm>
    </dsp:sp>
    <dsp:sp modelId="{0DC43C5E-406B-407B-A39A-7C013B1731A7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49D5C-CBB8-4990-A1B0-504DC89FE3A4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600" kern="1200"/>
            <a:t>卢卡斯定理</a:t>
          </a:r>
          <a:endParaRPr lang="en-US" sz="3600" kern="1200"/>
        </a:p>
      </dsp:txBody>
      <dsp:txXfrm>
        <a:off x="7208178" y="2644140"/>
        <a:ext cx="28894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F471D-EC51-42B0-B7F8-90DFAFFC048E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ABCB0-93EC-4C2B-9BE4-513967D7875F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77B33-3E77-4685-84E2-A41281DC9641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sz="3000" kern="1200" dirty="0"/>
            <a:t>数学的用处何在？</a:t>
          </a:r>
          <a:endParaRPr lang="en-US" sz="3000" kern="1200" dirty="0"/>
        </a:p>
      </dsp:txBody>
      <dsp:txXfrm>
        <a:off x="75768" y="3053169"/>
        <a:ext cx="3093750" cy="720000"/>
      </dsp:txXfrm>
    </dsp:sp>
    <dsp:sp modelId="{A4E0EAD8-425D-42D9-81A6-159CB4F553EC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258314-5305-41F7-B057-A42BB0C9010D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4AEAD-98B4-490E-BF19-7267372D6AE3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1. </a:t>
          </a:r>
          <a:r>
            <a:rPr lang="zh-CN" sz="3000" kern="1200" dirty="0"/>
            <a:t>构造递归关系式</a:t>
          </a:r>
          <a:endParaRPr lang="en-US" sz="3000" kern="1200" dirty="0"/>
        </a:p>
      </dsp:txBody>
      <dsp:txXfrm>
        <a:off x="3710925" y="3053169"/>
        <a:ext cx="3093750" cy="720000"/>
      </dsp:txXfrm>
    </dsp:sp>
    <dsp:sp modelId="{804B5689-74EB-4BC3-AB56-562580BB2D84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95D549-4725-4E1E-9BEE-63FBC450DB75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B91C6-64FF-4158-A145-239D7E5D0D2F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2. </a:t>
          </a:r>
          <a:r>
            <a:rPr lang="zh-CN" sz="3000" kern="1200" dirty="0"/>
            <a:t>减少重复高效率</a:t>
          </a:r>
          <a:endParaRPr lang="en-US" sz="3000" kern="1200" dirty="0"/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A40BE-D4D2-41C7-B24A-78DCE853DC01}" type="datetimeFigureOut">
              <a:rPr lang="zh-CN" altLang="en-US" smtClean="0"/>
              <a:t>2024/10/2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F991-F849-47B5-AFC8-19E2FF355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5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5F991-F849-47B5-AFC8-19E2FF35510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9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5F991-F849-47B5-AFC8-19E2FF35510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70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71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76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26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726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44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60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2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49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69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9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73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cap="none" spc="10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cap="none" spc="10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cap="none" spc="10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23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2" r:id="rId6"/>
    <p:sldLayoutId id="2147483788" r:id="rId7"/>
    <p:sldLayoutId id="2147483789" r:id="rId8"/>
    <p:sldLayoutId id="2147483790" r:id="rId9"/>
    <p:sldLayoutId id="2147483791" r:id="rId10"/>
    <p:sldLayoutId id="2147483793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kern="1200" spc="13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1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1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43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2" name="Rectangle 45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B730A41-D449-38E8-F785-6720A9F85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742" y="1124988"/>
            <a:ext cx="4425962" cy="2387600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数学：</a:t>
            </a:r>
            <a:br>
              <a:rPr lang="en-US" altLang="zh-CN" dirty="0"/>
            </a:br>
            <a:r>
              <a:rPr lang="zh-CN" altLang="en-US" dirty="0"/>
              <a:t>数论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9A6AA4-A4D6-E28A-05A4-8ECCA6231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42" y="3633691"/>
            <a:ext cx="4425962" cy="1655762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/>
              <a:t>2024/10/3</a:t>
            </a:r>
          </a:p>
          <a:p>
            <a:pPr algn="l"/>
            <a:r>
              <a:rPr lang="zh-CN" altLang="en-US" dirty="0"/>
              <a:t>主讲人：杨佳烨</a:t>
            </a:r>
          </a:p>
        </p:txBody>
      </p:sp>
      <p:pic>
        <p:nvPicPr>
          <p:cNvPr id="23" name="Picture 3" descr="图表, 散点图&#10;&#10;描述已自动生成">
            <a:extLst>
              <a:ext uri="{FF2B5EF4-FFF2-40B4-BE49-F238E27FC236}">
                <a16:creationId xmlns:a16="http://schemas.microsoft.com/office/drawing/2014/main" id="{03AE7491-59D4-D658-E06A-DDC01E96E3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72"/>
          <a:stretch/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  <p:sp>
        <p:nvSpPr>
          <p:cNvPr id="50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75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0727537-DAEF-5D26-D2CA-884A88A6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zh-CN" alt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数论基础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12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788C36F-9F4E-6E96-2087-9BC56AC3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87" y="995133"/>
            <a:ext cx="5558489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最基本概念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E4F90F-A310-A96C-5755-517F4DF7F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345" y="3030692"/>
                <a:ext cx="637953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研究对象：自然数 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0, 1, 2, 3, 4, …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最基础的是：带余除法 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3=3⋯1 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相关符号：</a:t>
                </a:r>
                <a:r>
                  <a:rPr lang="en-US" altLang="zh-CN" dirty="0"/>
                  <a:t>	</a:t>
                </a:r>
                <a:r>
                  <a:rPr lang="zh-CN" altLang="en-US" dirty="0"/>
                  <a:t>表示整除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5|10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表示同余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3</m:t>
                        </m:r>
                      </m:e>
                    </m:d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最大公约数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最小公倍数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E4F90F-A310-A96C-5755-517F4DF7F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345" y="3030692"/>
                <a:ext cx="6379530" cy="4351338"/>
              </a:xfrm>
              <a:blipFill>
                <a:blip r:embed="rId2"/>
                <a:stretch>
                  <a:fillRect l="-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46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F5371F-C78D-E589-CD61-8F6FB1EE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辗转相除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97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6AC2F-EACE-9A7F-E3B6-C1EF5974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辗转相除法求最大公约数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D3DFA1-F9FC-91D7-4DE1-39D5FCF415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690688"/>
                <a:ext cx="5023884" cy="385974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例：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19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zh-CN" altLang="en-US" dirty="0"/>
                  <a:t>的最大公约数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63 =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198 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198%63==9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r>
                  <a:rPr lang="zh-CN" altLang="en-US" dirty="0"/>
                  <a:t>减去了自然数个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9 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原题就变成了求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zh-CN" altLang="en-US" dirty="0"/>
                  <a:t>的公约数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D3DFA1-F9FC-91D7-4DE1-39D5FCF415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690688"/>
                <a:ext cx="5023884" cy="3859742"/>
              </a:xfrm>
              <a:blipFill>
                <a:blip r:embed="rId2"/>
                <a:stretch>
                  <a:fillRect l="-1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B550CD-9E93-8D8A-377A-6DDFF2357E6B}"/>
                  </a:ext>
                </a:extLst>
              </p:cNvPr>
              <p:cNvSpPr txBox="1"/>
              <p:nvPr/>
            </p:nvSpPr>
            <p:spPr>
              <a:xfrm>
                <a:off x="6301563" y="1963479"/>
                <a:ext cx="5423280" cy="3555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0" i="0" dirty="0">
                    <a:solidFill>
                      <a:srgbClr val="92D050"/>
                    </a:solidFill>
                    <a:effectLst/>
                    <a:latin typeface="Fira Mono" panose="020F0502020204030204" pitchFamily="49" charset="0"/>
                  </a:rPr>
                  <a:t>// Version 1</a:t>
                </a:r>
              </a:p>
              <a:p>
                <a:r>
                  <a:rPr lang="en-US" altLang="zh-CN" b="0" i="0" dirty="0">
                    <a:solidFill>
                      <a:srgbClr val="00B050"/>
                    </a:solidFill>
                    <a:effectLst/>
                    <a:latin typeface="Fira Mono" panose="020F0502020204030204" pitchFamily="49" charset="0"/>
                  </a:rPr>
                  <a:t>int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 err="1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gcd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(</a:t>
                </a:r>
                <a:r>
                  <a:rPr lang="en-US" altLang="zh-CN" b="0" i="0" dirty="0">
                    <a:solidFill>
                      <a:srgbClr val="00B050"/>
                    </a:solidFill>
                    <a:effectLst/>
                    <a:latin typeface="Fira Mono" panose="020F0502020204030204" pitchFamily="49" charset="0"/>
                  </a:rPr>
                  <a:t>int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a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,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rgbClr val="00B050"/>
                    </a:solidFill>
                    <a:effectLst/>
                    <a:latin typeface="Fira Mono" panose="020F0502020204030204" pitchFamily="49" charset="0"/>
                  </a:rPr>
                  <a:t>int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){</a:t>
                </a:r>
                <a:endParaRPr lang="en-US" altLang="zh-CN" b="0" i="0" dirty="0">
                  <a:solidFill>
                    <a:srgbClr val="36464E"/>
                  </a:solidFill>
                  <a:effectLst/>
                  <a:latin typeface="Fira Mono" panose="020F0502020204030204" pitchFamily="49" charset="0"/>
                </a:endParaRPr>
              </a:p>
              <a:p>
                <a:r>
                  <a:rPr lang="en-US" altLang="zh-CN" b="0" i="0" dirty="0">
                    <a:solidFill>
                      <a:srgbClr val="FF0000"/>
                    </a:solidFill>
                    <a:effectLst/>
                    <a:latin typeface="Fira Mono" panose="020F0502020204030204" pitchFamily="49" charset="0"/>
                  </a:rPr>
                  <a:t>    if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(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==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rgbClr val="00B0F0"/>
                    </a:solidFill>
                    <a:effectLst/>
                    <a:latin typeface="Fira Mono" panose="020F0502020204030204" pitchFamily="49" charset="0"/>
                  </a:rPr>
                  <a:t>0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)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rgbClr val="FF0000"/>
                    </a:solidFill>
                    <a:effectLst/>
                    <a:latin typeface="Fira Mono" panose="020F0502020204030204" pitchFamily="49" charset="0"/>
                  </a:rPr>
                  <a:t>return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a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;</a:t>
                </a:r>
                <a:endParaRPr lang="en-US" altLang="zh-CN" b="0" i="0" dirty="0">
                  <a:solidFill>
                    <a:srgbClr val="36464E"/>
                  </a:solidFill>
                  <a:effectLst/>
                  <a:latin typeface="Fira Mono" panose="020F0502020204030204" pitchFamily="49" charset="0"/>
                </a:endParaRPr>
              </a:p>
              <a:p>
                <a:r>
                  <a:rPr lang="en-US" altLang="zh-CN" b="0" i="0" dirty="0">
                    <a:solidFill>
                      <a:srgbClr val="FF0000"/>
                    </a:solidFill>
                    <a:effectLst/>
                    <a:latin typeface="Fira Mono" panose="020F0502020204030204" pitchFamily="49" charset="0"/>
                  </a:rPr>
                  <a:t>    return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 err="1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gcd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(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,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a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%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);</a:t>
                </a:r>
                <a:endParaRPr lang="en-US" altLang="zh-CN" b="0" i="0" dirty="0">
                  <a:solidFill>
                    <a:srgbClr val="36464E"/>
                  </a:solidFill>
                  <a:effectLst/>
                  <a:latin typeface="Fira Mono" panose="020F0502020204030204" pitchFamily="49" charset="0"/>
                </a:endParaRPr>
              </a:p>
              <a:p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}</a:t>
                </a:r>
              </a:p>
              <a:p>
                <a:endParaRPr lang="en-US" altLang="zh-CN" b="0" i="0" dirty="0">
                  <a:solidFill>
                    <a:srgbClr val="36464E"/>
                  </a:solidFill>
                  <a:effectLst/>
                  <a:latin typeface="Fira Mono" panose="020F0502020204030204" pitchFamily="49" charset="0"/>
                </a:endParaRPr>
              </a:p>
              <a:p>
                <a:r>
                  <a:rPr lang="en-US" altLang="zh-CN" b="0" i="0" dirty="0">
                    <a:solidFill>
                      <a:srgbClr val="92D050"/>
                    </a:solidFill>
                    <a:effectLst/>
                    <a:latin typeface="Fira Mono" panose="020F0502020204030204" pitchFamily="49" charset="0"/>
                  </a:rPr>
                  <a:t>// Version 2</a:t>
                </a:r>
              </a:p>
              <a:p>
                <a:r>
                  <a:rPr lang="en-US" altLang="zh-CN" b="0" i="0" dirty="0">
                    <a:solidFill>
                      <a:srgbClr val="00B050"/>
                    </a:solidFill>
                    <a:effectLst/>
                    <a:latin typeface="Fira Mono" panose="020F0502020204030204" pitchFamily="49" charset="0"/>
                  </a:rPr>
                  <a:t>int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 err="1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gcd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(</a:t>
                </a:r>
                <a:r>
                  <a:rPr lang="en-US" altLang="zh-CN" b="0" i="0" dirty="0">
                    <a:solidFill>
                      <a:srgbClr val="00B050"/>
                    </a:solidFill>
                    <a:effectLst/>
                    <a:latin typeface="Fira Mono" panose="020F0502020204030204" pitchFamily="49" charset="0"/>
                  </a:rPr>
                  <a:t>int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a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,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rgbClr val="00B050"/>
                    </a:solidFill>
                    <a:effectLst/>
                    <a:latin typeface="Fira Mono" panose="020F0502020204030204" pitchFamily="49" charset="0"/>
                  </a:rPr>
                  <a:t>int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){</a:t>
                </a:r>
                <a:endParaRPr lang="en-US" altLang="zh-CN" b="0" i="0" dirty="0">
                  <a:solidFill>
                    <a:srgbClr val="36464E"/>
                  </a:solidFill>
                  <a:effectLst/>
                  <a:latin typeface="Fira Mono" panose="020F0502020204030204" pitchFamily="49" charset="0"/>
                </a:endParaRPr>
              </a:p>
              <a:p>
                <a:r>
                  <a:rPr lang="en-US" altLang="zh-CN" dirty="0">
                    <a:solidFill>
                      <a:srgbClr val="FF0000"/>
                    </a:solidFill>
                    <a:latin typeface="Fira Mono" panose="020F0502020204030204" pitchFamily="49" charset="0"/>
                  </a:rPr>
                  <a:t>    </a:t>
                </a:r>
                <a:r>
                  <a:rPr lang="en-US" altLang="zh-CN" b="0" i="0" dirty="0">
                    <a:solidFill>
                      <a:srgbClr val="FF0000"/>
                    </a:solidFill>
                    <a:effectLst/>
                    <a:latin typeface="Fira Mono" panose="020F0502020204030204" pitchFamily="49" charset="0"/>
                  </a:rPr>
                  <a:t>return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==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rgbClr val="00B0F0"/>
                    </a:solidFill>
                    <a:effectLst/>
                    <a:latin typeface="Fira Mono" panose="020F0502020204030204" pitchFamily="49" charset="0"/>
                  </a:rPr>
                  <a:t>0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?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a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: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 err="1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gcd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(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,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a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%</a:t>
                </a:r>
                <a:r>
                  <a:rPr lang="en-US" altLang="zh-CN" b="0" i="0" dirty="0">
                    <a:solidFill>
                      <a:srgbClr val="36464E"/>
                    </a:solidFill>
                    <a:effectLst/>
                    <a:latin typeface="Fira Mono" panose="020F0502020204030204" pitchFamily="49" charset="0"/>
                  </a:rPr>
                  <a:t> </a:t>
                </a:r>
                <a:r>
                  <a:rPr lang="en-US" altLang="zh-CN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Fira Mono" panose="020F0502020204030204" pitchFamily="49" charset="0"/>
                  </a:rPr>
                  <a:t>b</a:t>
                </a:r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);</a:t>
                </a:r>
                <a:endParaRPr lang="en-US" altLang="zh-CN" b="0" i="0" dirty="0">
                  <a:solidFill>
                    <a:srgbClr val="36464E"/>
                  </a:solidFill>
                  <a:effectLst/>
                  <a:latin typeface="Fira Mono" panose="020F0502020204030204" pitchFamily="49" charset="0"/>
                </a:endParaRPr>
              </a:p>
              <a:p>
                <a:r>
                  <a:rPr lang="en-US" altLang="zh-CN" b="0" i="0" dirty="0">
                    <a:effectLst/>
                    <a:latin typeface="Fira Mono" panose="020F0502020204030204" pitchFamily="49" charset="0"/>
                  </a:rPr>
                  <a:t>}</a:t>
                </a:r>
              </a:p>
              <a:p>
                <a:endParaRPr lang="en-US" altLang="zh-CN" dirty="0">
                  <a:latin typeface="Fira Mono" panose="020F0502020204030204" pitchFamily="49" charset="0"/>
                </a:endParaRPr>
              </a:p>
              <a:p>
                <a:r>
                  <a:rPr lang="en-US" altLang="zh-CN" dirty="0"/>
                  <a:t>*</a:t>
                </a:r>
                <a:r>
                  <a:rPr lang="zh-CN" altLang="en-US" dirty="0"/>
                  <a:t>取模运算可以用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·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优化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B550CD-9E93-8D8A-377A-6DDFF2357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563" y="1963479"/>
                <a:ext cx="5423280" cy="3555525"/>
              </a:xfrm>
              <a:prstGeom prst="rect">
                <a:avLst/>
              </a:prstGeom>
              <a:blipFill>
                <a:blip r:embed="rId3"/>
                <a:stretch>
                  <a:fillRect l="-1012" t="-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78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715850" y="795372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2396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B968AF-6156-2A09-05CD-7121445A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281" y="1396686"/>
            <a:ext cx="3240506" cy="4064628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裴蜀定理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45BF29-FF7B-2CA3-0B5C-3B8CAE492A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9186" y="2435498"/>
                <a:ext cx="5536397" cy="2575265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内容：存在两个整数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逆定理：若存在整数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满足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dirty="0"/>
                  <a:t>，则有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推广：前两条延拓到多个整数依旧成立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45BF29-FF7B-2CA3-0B5C-3B8CAE492A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9186" y="2435498"/>
                <a:ext cx="5536397" cy="2575265"/>
              </a:xfrm>
              <a:blipFill>
                <a:blip r:embed="rId2"/>
                <a:stretch>
                  <a:fillRect l="-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17460" y="4737713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013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03F8D-52F3-9198-40AB-3D66EC91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扩展欧几里得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73F864-14F3-C9D5-F16B-7DA303BA72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1066"/>
                <a:ext cx="4144926" cy="3859742"/>
              </a:xfrm>
            </p:spPr>
            <p:txBody>
              <a:bodyPr/>
              <a:lstStyle/>
              <a:p>
                <a:r>
                  <a:rPr lang="zh-CN" altLang="en-US" dirty="0"/>
                  <a:t>在实际的编程问题中</a:t>
                </a:r>
                <a:endParaRPr lang="en-US" altLang="zh-CN" dirty="0"/>
              </a:p>
              <a:p>
                <a:r>
                  <a:rPr lang="zh-CN" altLang="en-US" dirty="0"/>
                  <a:t>时常需要我们找到整数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满足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实施上再辗转相除的过程中就已经求出来了</a:t>
                </a:r>
                <a:endParaRPr lang="en-US" altLang="zh-CN" dirty="0"/>
              </a:p>
              <a:p>
                <a:r>
                  <a:rPr lang="zh-CN" altLang="en-US" dirty="0"/>
                  <a:t>我们只需要记录这个过程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73F864-14F3-C9D5-F16B-7DA303BA72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1066"/>
                <a:ext cx="4144926" cy="3859742"/>
              </a:xfrm>
              <a:blipFill>
                <a:blip r:embed="rId2"/>
                <a:stretch>
                  <a:fillRect l="-1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AFF4F4E0-280F-CF0C-1579-2CBCFD3B25D6}"/>
              </a:ext>
            </a:extLst>
          </p:cNvPr>
          <p:cNvSpPr txBox="1"/>
          <p:nvPr/>
        </p:nvSpPr>
        <p:spPr>
          <a:xfrm>
            <a:off x="5257800" y="234869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Fira Mono" panose="020F0502020204030204" pitchFamily="49" charset="0"/>
              </a:rPr>
              <a:t>int</a:t>
            </a:r>
            <a:r>
              <a:rPr lang="en-US" altLang="zh-CN" dirty="0">
                <a:latin typeface="Fira Mono" panose="020F0502020204030204" pitchFamily="49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gcdEx</a:t>
            </a:r>
            <a:r>
              <a:rPr lang="en-US" altLang="zh-CN" dirty="0">
                <a:latin typeface="Fira Mono" panose="020F0502020204030204" pitchFamily="49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Fira Mono" panose="020F0502020204030204" pitchFamily="49" charset="0"/>
              </a:rPr>
              <a:t>int</a:t>
            </a:r>
            <a:r>
              <a:rPr lang="en-US" altLang="zh-CN" dirty="0">
                <a:latin typeface="Fira Mono" panose="020F0502020204030204" pitchFamily="49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a</a:t>
            </a:r>
            <a:r>
              <a:rPr lang="en-US" altLang="zh-CN" dirty="0">
                <a:latin typeface="Fira Mono" panose="020F0502020204030204" pitchFamily="49" charset="0"/>
              </a:rPr>
              <a:t>, </a:t>
            </a:r>
            <a:r>
              <a:rPr lang="en-US" altLang="zh-CN" dirty="0">
                <a:solidFill>
                  <a:srgbClr val="00B050"/>
                </a:solidFill>
                <a:latin typeface="Fira Mono" panose="020F0502020204030204" pitchFamily="49" charset="0"/>
              </a:rPr>
              <a:t>int</a:t>
            </a:r>
            <a:r>
              <a:rPr lang="en-US" altLang="zh-CN" dirty="0">
                <a:latin typeface="Fira Mono" panose="020F0502020204030204" pitchFamily="49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b</a:t>
            </a:r>
            <a:r>
              <a:rPr lang="en-US" altLang="zh-CN" dirty="0">
                <a:latin typeface="Fira Mono" panose="020F0502020204030204" pitchFamily="49" charset="0"/>
              </a:rPr>
              <a:t>, </a:t>
            </a:r>
            <a:r>
              <a:rPr lang="en-US" altLang="zh-CN" dirty="0">
                <a:solidFill>
                  <a:srgbClr val="00B050"/>
                </a:solidFill>
                <a:latin typeface="Fira Mono" panose="020F0502020204030204" pitchFamily="49" charset="0"/>
              </a:rPr>
              <a:t>int</a:t>
            </a:r>
            <a:r>
              <a:rPr lang="en-US" altLang="zh-CN" dirty="0">
                <a:latin typeface="Fira Mono" panose="020F0502020204030204" pitchFamily="49" charset="0"/>
              </a:rPr>
              <a:t>*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x</a:t>
            </a:r>
            <a:r>
              <a:rPr lang="en-US" altLang="zh-CN" dirty="0">
                <a:latin typeface="Fira Mono" panose="020F0502020204030204" pitchFamily="49" charset="0"/>
              </a:rPr>
              <a:t>, </a:t>
            </a:r>
            <a:r>
              <a:rPr lang="en-US" altLang="zh-CN" dirty="0">
                <a:solidFill>
                  <a:srgbClr val="00B050"/>
                </a:solidFill>
                <a:latin typeface="Fira Mono" panose="020F0502020204030204" pitchFamily="49" charset="0"/>
              </a:rPr>
              <a:t>int</a:t>
            </a:r>
            <a:r>
              <a:rPr lang="en-US" altLang="zh-CN" dirty="0">
                <a:latin typeface="Fira Mono" panose="020F0502020204030204" pitchFamily="49" charset="0"/>
              </a:rPr>
              <a:t>*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y</a:t>
            </a:r>
            <a:r>
              <a:rPr lang="en-US" altLang="zh-CN" dirty="0">
                <a:latin typeface="Fira Mono" panose="020F0502020204030204" pitchFamily="49" charset="0"/>
              </a:rPr>
              <a:t>) {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Fira Mono" panose="020F0502020204030204" pitchFamily="49" charset="0"/>
              </a:rPr>
              <a:t>if</a:t>
            </a:r>
            <a:r>
              <a:rPr lang="en-US" altLang="zh-CN" dirty="0">
                <a:latin typeface="Fira Mono" panose="020F0502020204030204" pitchFamily="49" charset="0"/>
              </a:rPr>
              <a:t> 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b</a:t>
            </a:r>
            <a:r>
              <a:rPr lang="en-US" altLang="zh-CN" dirty="0">
                <a:latin typeface="Fira Mono" panose="020F0502020204030204" pitchFamily="49" charset="0"/>
              </a:rPr>
              <a:t> == </a:t>
            </a:r>
            <a:r>
              <a:rPr lang="en-US" altLang="zh-CN" dirty="0">
                <a:solidFill>
                  <a:srgbClr val="00B0F0"/>
                </a:solidFill>
                <a:latin typeface="Fira Mono" panose="020F0502020204030204" pitchFamily="49" charset="0"/>
              </a:rPr>
              <a:t>0</a:t>
            </a:r>
            <a:r>
              <a:rPr lang="en-US" altLang="zh-CN" dirty="0">
                <a:latin typeface="Fira Mono" panose="020F0502020204030204" pitchFamily="49" charset="0"/>
              </a:rPr>
              <a:t>) {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x</a:t>
            </a:r>
            <a:r>
              <a:rPr lang="en-US" altLang="zh-CN" dirty="0">
                <a:latin typeface="Fira Mono" panose="020F0502020204030204" pitchFamily="49" charset="0"/>
              </a:rPr>
              <a:t> = </a:t>
            </a:r>
            <a:r>
              <a:rPr lang="en-US" altLang="zh-CN" dirty="0">
                <a:solidFill>
                  <a:srgbClr val="00B0F0"/>
                </a:solidFill>
                <a:latin typeface="Fira Mono" panose="020F0502020204030204" pitchFamily="49" charset="0"/>
              </a:rPr>
              <a:t>1</a:t>
            </a:r>
            <a:r>
              <a:rPr lang="en-US" altLang="zh-CN" dirty="0">
                <a:latin typeface="Fira Mono" panose="020F0502020204030204" pitchFamily="49" charset="0"/>
              </a:rPr>
              <a:t>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y</a:t>
            </a:r>
            <a:r>
              <a:rPr lang="en-US" altLang="zh-CN" dirty="0">
                <a:latin typeface="Fira Mono" panose="020F0502020204030204" pitchFamily="49" charset="0"/>
              </a:rPr>
              <a:t> = </a:t>
            </a:r>
            <a:r>
              <a:rPr lang="en-US" altLang="zh-CN" dirty="0">
                <a:solidFill>
                  <a:srgbClr val="00B0F0"/>
                </a:solidFill>
                <a:latin typeface="Fira Mono" panose="020F0502020204030204" pitchFamily="49" charset="0"/>
              </a:rPr>
              <a:t>0</a:t>
            </a:r>
            <a:r>
              <a:rPr lang="en-US" altLang="zh-CN" dirty="0">
                <a:latin typeface="Fira Mono" panose="020F0502020204030204" pitchFamily="49" charset="0"/>
              </a:rPr>
              <a:t>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latin typeface="Fira Mono" panose="020F0502020204030204" pitchFamily="49" charset="0"/>
              </a:rPr>
              <a:t>return</a:t>
            </a:r>
            <a:r>
              <a:rPr lang="en-US" altLang="zh-CN" dirty="0">
                <a:latin typeface="Fira Mono" panose="020F0502020204030204" pitchFamily="49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a</a:t>
            </a:r>
            <a:r>
              <a:rPr lang="en-US" altLang="zh-CN" dirty="0">
                <a:latin typeface="Fira Mono" panose="020F0502020204030204" pitchFamily="49" charset="0"/>
              </a:rPr>
              <a:t>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}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Fira Mono" panose="020F0502020204030204" pitchFamily="49" charset="0"/>
              </a:rPr>
              <a:t>else</a:t>
            </a:r>
            <a:r>
              <a:rPr lang="en-US" altLang="zh-CN" dirty="0">
                <a:latin typeface="Fira Mono" panose="020F0502020204030204" pitchFamily="49" charset="0"/>
              </a:rPr>
              <a:t> {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</a:t>
            </a:r>
            <a:r>
              <a:rPr lang="en-US" altLang="zh-CN" dirty="0">
                <a:solidFill>
                  <a:srgbClr val="00B050"/>
                </a:solidFill>
                <a:latin typeface="Fira Mono" panose="020F0502020204030204" pitchFamily="49" charset="0"/>
              </a:rPr>
              <a:t>int</a:t>
            </a:r>
            <a:r>
              <a:rPr lang="en-US" altLang="zh-CN" dirty="0">
                <a:latin typeface="Fira Mono" panose="020F0502020204030204" pitchFamily="49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r</a:t>
            </a:r>
            <a:r>
              <a:rPr lang="en-US" altLang="zh-CN" dirty="0">
                <a:latin typeface="Fira Mono" panose="020F0502020204030204" pitchFamily="49" charset="0"/>
              </a:rPr>
              <a:t> =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gcdEx</a:t>
            </a:r>
            <a:r>
              <a:rPr lang="en-US" altLang="zh-CN" dirty="0">
                <a:latin typeface="Fira Mono" panose="020F0502020204030204" pitchFamily="49" charset="0"/>
              </a:rPr>
              <a:t>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b</a:t>
            </a:r>
            <a:r>
              <a:rPr lang="en-US" altLang="zh-CN" dirty="0">
                <a:latin typeface="Fira Mono" panose="020F0502020204030204" pitchFamily="49" charset="0"/>
              </a:rPr>
              <a:t>,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a</a:t>
            </a:r>
            <a:r>
              <a:rPr lang="en-US" altLang="zh-CN" dirty="0">
                <a:latin typeface="Fira Mono" panose="020F0502020204030204" pitchFamily="49" charset="0"/>
              </a:rPr>
              <a:t> %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b</a:t>
            </a:r>
            <a:r>
              <a:rPr lang="en-US" altLang="zh-CN" dirty="0">
                <a:latin typeface="Fira Mono" panose="020F0502020204030204" pitchFamily="49" charset="0"/>
              </a:rPr>
              <a:t>,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x</a:t>
            </a:r>
            <a:r>
              <a:rPr lang="en-US" altLang="zh-CN" dirty="0">
                <a:latin typeface="Fira Mono" panose="020F0502020204030204" pitchFamily="49" charset="0"/>
              </a:rPr>
              <a:t>,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y</a:t>
            </a:r>
            <a:r>
              <a:rPr lang="en-US" altLang="zh-CN" dirty="0">
                <a:latin typeface="Fira Mono" panose="020F0502020204030204" pitchFamily="49" charset="0"/>
              </a:rPr>
              <a:t>);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</a:t>
            </a:r>
            <a:r>
              <a:rPr lang="en-US" altLang="zh-CN" dirty="0">
                <a:solidFill>
                  <a:srgbClr val="00B050"/>
                </a:solidFill>
                <a:latin typeface="Fira Mono" panose="020F0502020204030204" pitchFamily="49" charset="0"/>
              </a:rPr>
              <a:t>int</a:t>
            </a:r>
            <a:r>
              <a:rPr lang="en-US" altLang="zh-CN" dirty="0">
                <a:latin typeface="Fira Mono" panose="020F0502020204030204" pitchFamily="49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t</a:t>
            </a:r>
            <a:r>
              <a:rPr lang="en-US" altLang="zh-CN" dirty="0">
                <a:latin typeface="Fira Mono" panose="020F0502020204030204" pitchFamily="49" charset="0"/>
              </a:rPr>
              <a:t> = 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x</a:t>
            </a:r>
            <a:r>
              <a:rPr lang="en-US" altLang="zh-CN" dirty="0">
                <a:latin typeface="Fira Mono" panose="020F0502020204030204" pitchFamily="49" charset="0"/>
              </a:rPr>
              <a:t>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x</a:t>
            </a:r>
            <a:r>
              <a:rPr lang="en-US" altLang="zh-CN" dirty="0">
                <a:latin typeface="Fira Mono" panose="020F0502020204030204" pitchFamily="49" charset="0"/>
              </a:rPr>
              <a:t> = 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y</a:t>
            </a:r>
            <a:r>
              <a:rPr lang="en-US" altLang="zh-CN" dirty="0">
                <a:latin typeface="Fira Mono" panose="020F0502020204030204" pitchFamily="49" charset="0"/>
              </a:rPr>
              <a:t>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y</a:t>
            </a:r>
            <a:r>
              <a:rPr lang="en-US" altLang="zh-CN" dirty="0">
                <a:latin typeface="Fira Mono" panose="020F0502020204030204" pitchFamily="49" charset="0"/>
              </a:rPr>
              <a:t> =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t</a:t>
            </a:r>
            <a:r>
              <a:rPr lang="en-US" altLang="zh-CN" dirty="0">
                <a:latin typeface="Fira Mono" panose="020F0502020204030204" pitchFamily="49" charset="0"/>
              </a:rPr>
              <a:t> -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a</a:t>
            </a:r>
            <a:r>
              <a:rPr lang="en-US" altLang="zh-CN" dirty="0">
                <a:latin typeface="Fira Mono" panose="020F0502020204030204" pitchFamily="49" charset="0"/>
              </a:rPr>
              <a:t> /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b</a:t>
            </a:r>
            <a:r>
              <a:rPr lang="en-US" altLang="zh-CN" dirty="0">
                <a:latin typeface="Fira Mono" panose="020F0502020204030204" pitchFamily="49" charset="0"/>
              </a:rPr>
              <a:t> * 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y</a:t>
            </a:r>
            <a:r>
              <a:rPr lang="en-US" altLang="zh-CN" dirty="0">
                <a:latin typeface="Fira Mono" panose="020F0502020204030204" pitchFamily="49" charset="0"/>
              </a:rPr>
              <a:t>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latin typeface="Fira Mono" panose="020F0502020204030204" pitchFamily="49" charset="0"/>
              </a:rPr>
              <a:t>return</a:t>
            </a:r>
            <a:r>
              <a:rPr lang="en-US" altLang="zh-CN" dirty="0">
                <a:latin typeface="Fira Mono" panose="020F0502020204030204" pitchFamily="49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Fira Mono" panose="020F0502020204030204" pitchFamily="49" charset="0"/>
              </a:rPr>
              <a:t>r</a:t>
            </a:r>
            <a:r>
              <a:rPr lang="en-US" altLang="zh-CN" dirty="0">
                <a:latin typeface="Fira Mono" panose="020F0502020204030204" pitchFamily="49" charset="0"/>
              </a:rPr>
              <a:t>;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    } </a:t>
            </a:r>
          </a:p>
          <a:p>
            <a:r>
              <a:rPr lang="en-US" altLang="zh-CN" dirty="0">
                <a:latin typeface="Fira Mono" panose="020F0502020204030204" pitchFamily="49" charset="0"/>
              </a:rPr>
              <a:t>}</a:t>
            </a:r>
            <a:endParaRPr lang="zh-CN" altLang="en-US" dirty="0">
              <a:latin typeface="Fira Mono" panose="020F0502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EB7DC4-1943-408C-740F-1C8C9041EB65}"/>
                  </a:ext>
                </a:extLst>
              </p:cNvPr>
              <p:cNvSpPr txBox="1"/>
              <p:nvPr/>
            </p:nvSpPr>
            <p:spPr>
              <a:xfrm>
                <a:off x="5257800" y="365125"/>
                <a:ext cx="5706140" cy="188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只需要关注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怎么变化</a:t>
                </a:r>
                <a:endParaRPr lang="en-US" altLang="zh-CN" dirty="0"/>
              </a:p>
              <a:p>
                <a:r>
                  <a:rPr lang="zh-CN" altLang="en-US" dirty="0"/>
                  <a:t>前一步可以得到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其实就是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𝑦𝑎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那么新的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b="0" dirty="0"/>
                  <a:t>就变成了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新的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就变成了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b="0" i="1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EB7DC4-1943-408C-740F-1C8C9041E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65125"/>
                <a:ext cx="5706140" cy="1887889"/>
              </a:xfrm>
              <a:prstGeom prst="rect">
                <a:avLst/>
              </a:prstGeom>
              <a:blipFill>
                <a:blip r:embed="rId3"/>
                <a:stretch>
                  <a:fillRect l="-962" t="-1935" b="-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77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CB8634-FCFF-72EA-0782-59843CD7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乘法逆元</a:t>
            </a:r>
            <a:r>
              <a:rPr lang="en-US" altLang="zh-CN" dirty="0">
                <a:solidFill>
                  <a:srgbClr val="FFFFFF"/>
                </a:solidFill>
              </a:rPr>
              <a:t>1</a:t>
            </a:r>
            <a:endParaRPr lang="zh-CN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48B33BE-5DCE-92DC-DBC6-289C86871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153" y="1964648"/>
                <a:ext cx="6212247" cy="393528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我们很多时候需要找到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模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的乘法逆元，即找到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满足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因此其实我们可以找到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时，他显然可以用扩展欧几里得求出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的值，他便是最终结果</a:t>
                </a:r>
                <a:endParaRPr lang="en-US" altLang="zh-CN" dirty="0"/>
              </a:p>
              <a:p>
                <a:r>
                  <a:rPr lang="zh-CN" altLang="en-US" dirty="0"/>
                  <a:t>特别的，也可以取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48B33BE-5DCE-92DC-DBC6-289C86871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153" y="1964648"/>
                <a:ext cx="6212247" cy="3935281"/>
              </a:xfrm>
              <a:blipFill>
                <a:blip r:embed="rId2"/>
                <a:stretch>
                  <a:fillRect l="-1079" r="-6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23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6895F-D0AE-94AC-0E1A-3F508121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184" y="409317"/>
            <a:ext cx="792124" cy="4857344"/>
          </a:xfrm>
        </p:spPr>
        <p:txBody>
          <a:bodyPr/>
          <a:lstStyle/>
          <a:p>
            <a:r>
              <a:rPr lang="zh-CN" altLang="en-US" dirty="0"/>
              <a:t>类欧几里得算法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B8FC2F6-7F6A-0474-63A8-48E21FBF8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0396" y="312257"/>
                <a:ext cx="7568609" cy="6545743"/>
              </a:xfrm>
            </p:spPr>
            <p:txBody>
              <a:bodyPr/>
              <a:lstStyle/>
              <a:p>
                <a:r>
                  <a:rPr lang="zh-CN" altLang="en-US" dirty="0"/>
                  <a:t>研究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zh-CN" altLang="en-US" dirty="0"/>
                  <a:t>的式子，记作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首先我们先简化每一个式子</a:t>
                </a:r>
                <a:endParaRPr lang="en-US" altLang="zh-CN" dirty="0"/>
              </a:p>
              <a:p>
                <a:r>
                  <a:rPr lang="zh-CN" altLang="en-US" dirty="0"/>
                  <a:t>我们把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中能整除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的部分与余数分开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dirty="0"/>
                  <a:t>    注意如何取模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+(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得到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B8FC2F6-7F6A-0474-63A8-48E21FBF8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0396" y="312257"/>
                <a:ext cx="7568609" cy="6545743"/>
              </a:xfrm>
              <a:blipFill>
                <a:blip r:embed="rId2"/>
                <a:stretch>
                  <a:fillRect l="-1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10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7F7A8-6C76-A18D-A157-38369CC6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类欧几里德算法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7C38B7-CCA2-BAEB-7E56-E03B37335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462346" cy="3859742"/>
              </a:xfrm>
            </p:spPr>
            <p:txBody>
              <a:bodyPr/>
              <a:lstStyle/>
              <a:p>
                <a:r>
                  <a:rPr lang="zh-CN" altLang="en-US" dirty="0"/>
                  <a:t>从贡献的角度化简整个式子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可以看作是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那列到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的点的个数</a:t>
                </a:r>
                <a:endParaRPr lang="en-US" altLang="zh-CN" dirty="0"/>
              </a:p>
              <a:p>
                <a:r>
                  <a:rPr lang="zh-CN" altLang="en-US" dirty="0"/>
                  <a:t>原式可以表示为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7C38B7-CCA2-BAEB-7E56-E03B37335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462346" cy="3859742"/>
              </a:xfrm>
              <a:blipFill>
                <a:blip r:embed="rId2"/>
                <a:stretch>
                  <a:fillRect l="-1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10EE078-8EA1-5A43-8961-09C81CE7F10C}"/>
                  </a:ext>
                </a:extLst>
              </p:cNvPr>
              <p:cNvSpPr txBox="1"/>
              <p:nvPr/>
            </p:nvSpPr>
            <p:spPr>
              <a:xfrm>
                <a:off x="5238652" y="1404563"/>
                <a:ext cx="6512313" cy="4701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显然我们可以交换求和得到</a:t>
                </a:r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 spc="1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 spc="10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spc="100">
                                      <a:latin typeface="Cambria Math" panose="02040503050406030204" pitchFamily="18" charset="0"/>
                                    </a:rPr>
                                    <m:t>an</m:t>
                                  </m:r>
                                  <m:r>
                                    <a:rPr lang="en-US" altLang="zh-CN" sz="2400" spc="1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spc="1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altLang="zh-CN" sz="2400" spc="1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</m:sup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400" spc="100" dirty="0"/>
              </a:p>
              <a:p>
                <a:pPr marL="228600" indent="-228600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接下来我们需要找到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spc="100" dirty="0"/>
                  <a:t>受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spc="100" dirty="0"/>
                  <a:t>约束下的取值范围、</a:t>
                </a:r>
                <a:endParaRPr lang="en-US" altLang="zh-CN" sz="2400" spc="100" dirty="0"/>
              </a:p>
              <a:p>
                <a:pPr marL="228600" indent="-228600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原始式子告诉我们</a:t>
                </a:r>
                <a14:m>
                  <m:oMath xmlns:m="http://schemas.openxmlformats.org/officeDocument/2006/math"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400" spc="100" dirty="0"/>
              </a:p>
              <a:p>
                <a:pPr marL="228600" indent="-228600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化简得到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𝑐𝑗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2400" i="1" spc="100" dirty="0"/>
              </a:p>
              <a:p>
                <a:pPr marL="228600" indent="-228600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 spc="1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pc="10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spc="1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spc="10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 spc="1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spc="10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i="1" spc="1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spc="1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pc="1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spc="100">
                                <a:latin typeface="Cambria Math" panose="02040503050406030204" pitchFamily="18" charset="0"/>
                              </a:rPr>
                              <m:t>an</m:t>
                            </m:r>
                            <m:r>
                              <a:rPr lang="en-US" altLang="zh-CN" sz="2400" spc="1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spc="10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spc="10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1" spc="1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i="1" spc="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10EE078-8EA1-5A43-8961-09C81CE7F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652" y="1404563"/>
                <a:ext cx="6512313" cy="4701865"/>
              </a:xfrm>
              <a:prstGeom prst="rect">
                <a:avLst/>
              </a:prstGeom>
              <a:blipFill>
                <a:blip r:embed="rId3"/>
                <a:stretch>
                  <a:fillRect l="-1216" t="-518" r="-6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191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4A48867-FB7D-85F5-07B0-9E0A7B6A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49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类欧几里德思想的一般流程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内容占位符 2">
                <a:extLst>
                  <a:ext uri="{FF2B5EF4-FFF2-40B4-BE49-F238E27FC236}">
                    <a16:creationId xmlns:a16="http://schemas.microsoft.com/office/drawing/2014/main" id="{B76452D8-4931-D39D-77FC-E01F8332D5A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62455048"/>
                  </p:ext>
                </p:extLst>
              </p:nvPr>
            </p:nvGraphicFramePr>
            <p:xfrm>
              <a:off x="838200" y="1825625"/>
              <a:ext cx="10515600" cy="38592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22" name="内容占位符 2">
                <a:extLst>
                  <a:ext uri="{FF2B5EF4-FFF2-40B4-BE49-F238E27FC236}">
                    <a16:creationId xmlns:a16="http://schemas.microsoft.com/office/drawing/2014/main" id="{B76452D8-4931-D39D-77FC-E01F8332D5A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62455048"/>
                  </p:ext>
                </p:extLst>
              </p:nvPr>
            </p:nvGraphicFramePr>
            <p:xfrm>
              <a:off x="838200" y="1825625"/>
              <a:ext cx="10515600" cy="38592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8425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7488552-1DE4-E08B-3520-1EE30E119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zh-CN" alt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乘法逆元相关理论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096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4385CCD-3B79-37E6-05DE-E617CE5E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费马小定理与欧拉定理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E9B2B9-0453-AD57-DDAB-3A42AF095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费马小定理：若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i="0" dirty="0">
                    <a:latin typeface="+mj-lt"/>
                  </a:rPr>
                  <a:t>是素数且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= 1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欧拉定理：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欧拉函数：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表示所有小于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的正整数中，与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互质的数的个数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定理表达：若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b="0" i="1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= 1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E9B2B9-0453-AD57-DDAB-3A42AF095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  <a:blipFill>
                <a:blip r:embed="rId2"/>
                <a:stretch>
                  <a:fillRect l="-1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882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E482D-BE96-145C-151E-CDA2CD7A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欧拉函数：求一个数的欧拉函数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32B119-AB67-00D9-FAC1-B628EFC316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26620" cy="3859742"/>
              </a:xfrm>
            </p:spPr>
            <p:txBody>
              <a:bodyPr/>
              <a:lstStyle/>
              <a:p>
                <a:r>
                  <a:rPr lang="zh-CN" altLang="en-US" dirty="0"/>
                  <a:t>原理：</a:t>
                </a:r>
                <a:endParaRPr lang="en-US" altLang="zh-CN" dirty="0"/>
              </a:p>
              <a:p>
                <a:r>
                  <a:rPr lang="zh-CN" altLang="en-US" dirty="0"/>
                  <a:t>根据定义，我们的目标是把不满足与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互质的数的情况去掉</a:t>
                </a:r>
                <a:endParaRPr lang="en-US" altLang="zh-CN" dirty="0"/>
              </a:p>
              <a:p>
                <a:r>
                  <a:rPr lang="zh-CN" altLang="en-US" dirty="0"/>
                  <a:t>因此我们可以对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进行质因数分解，从小到大寻找质因数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找到后计算并处理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，除去所有的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，避免重复。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32B119-AB67-00D9-FAC1-B628EFC316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26620" cy="3859742"/>
              </a:xfrm>
              <a:blipFill>
                <a:blip r:embed="rId2"/>
                <a:stretch>
                  <a:fillRect l="-1391" r="-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82F3A75-5B14-1E57-65D5-07EF923C3D20}"/>
              </a:ext>
            </a:extLst>
          </p:cNvPr>
          <p:cNvSpPr txBox="1"/>
          <p:nvPr/>
        </p:nvSpPr>
        <p:spPr>
          <a:xfrm>
            <a:off x="5869518" y="232433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euler_phi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){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2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&lt;=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++)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/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-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while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/=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}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&gt;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/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-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return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062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94434-5C9B-80ED-211A-6BF70996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快速幂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179C02-EAA0-5F77-3F49-286ABBD2C2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79459" cy="3859742"/>
              </a:xfrm>
            </p:spPr>
            <p:txBody>
              <a:bodyPr/>
              <a:lstStyle/>
              <a:p>
                <a:r>
                  <a:rPr lang="zh-CN" altLang="en-US" dirty="0"/>
                  <a:t>原本我们计算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运用迭代或递归，先计算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但事实上我们可以利用类似于二分法去计算，这样的算法复杂度为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具体的实现方法为，先将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写为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进制，</a:t>
                </a:r>
                <a:endParaRPr lang="en-US" altLang="zh-CN" dirty="0"/>
              </a:p>
              <a:p>
                <a:r>
                  <a:rPr lang="zh-CN" altLang="en-US" dirty="0"/>
                  <a:t>通过迭代可以轻松根据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计算出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179C02-EAA0-5F77-3F49-286ABBD2C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79459" cy="3859742"/>
              </a:xfrm>
              <a:blipFill>
                <a:blip r:embed="rId2"/>
                <a:stretch>
                  <a:fillRect l="-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F766319-25AA-8B97-D1A1-BEBB9F0E9E83}"/>
              </a:ext>
            </a:extLst>
          </p:cNvPr>
          <p:cNvSpPr txBox="1"/>
          <p:nvPr/>
        </p:nvSpPr>
        <p:spPr>
          <a:xfrm>
            <a:off x="2653816" y="3995678"/>
            <a:ext cx="93447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binpow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res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while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&gt;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&amp;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res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res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        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        b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&gt;&gt;=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36464E"/>
                </a:solidFill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}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36464E"/>
                </a:solidFill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return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res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6662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2C61F-32CC-41ED-7CEE-EF9F0283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乘法逆元</a:t>
            </a:r>
            <a:r>
              <a:rPr lang="en-US" altLang="zh-CN" dirty="0"/>
              <a:t>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1579F-3974-037E-F3A3-AB4223EBF4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903381" cy="3859742"/>
              </a:xfrm>
            </p:spPr>
            <p:txBody>
              <a:bodyPr/>
              <a:lstStyle/>
              <a:p>
                <a:r>
                  <a:rPr lang="zh-CN" altLang="en-US" dirty="0"/>
                  <a:t>根据欧拉定理，我们可以得到，当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dirty="0"/>
                  <a:t>时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也就是说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的乘法逆元</a:t>
                </a:r>
                <a:endParaRPr lang="en-US" altLang="zh-CN" dirty="0"/>
              </a:p>
              <a:p>
                <a:r>
                  <a:rPr lang="zh-CN" altLang="en-US" dirty="0"/>
                  <a:t>特别地，当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是素数时，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的乘法逆元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费马小定理</a:t>
                </a:r>
                <a:r>
                  <a:rPr lang="en-US" altLang="zh-CN" dirty="0"/>
                  <a:t>)(</a:t>
                </a:r>
                <a:r>
                  <a:rPr lang="zh-CN" altLang="en-US" dirty="0"/>
                  <a:t>广泛</a:t>
                </a:r>
                <a:r>
                  <a:rPr lang="en-US" altLang="zh-CN" dirty="0"/>
                  <a:t>)</a:t>
                </a:r>
              </a:p>
              <a:p>
                <a:r>
                  <a:rPr lang="zh-CN" altLang="en-US" dirty="0"/>
                  <a:t>因此我们可以通过快速幂来求解乘法逆元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1579F-3974-037E-F3A3-AB4223EBF4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903381" cy="3859742"/>
              </a:xfrm>
              <a:blipFill>
                <a:blip r:embed="rId2"/>
                <a:stretch>
                  <a:fillRect l="-1242" r="-1242" b="-1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757F54D5-23B5-3224-7999-A7E422F81B37}"/>
              </a:ext>
            </a:extLst>
          </p:cNvPr>
          <p:cNvSpPr txBox="1"/>
          <p:nvPr/>
        </p:nvSpPr>
        <p:spPr>
          <a:xfrm>
            <a:off x="5840817" y="2185835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Fira Mono" panose="020B0509050000020004" pitchFamily="49" charset="0"/>
              </a:rPr>
              <a:t>这里给出了用费马小定理和快速幂求乘法逆元的方法</a:t>
            </a:r>
            <a:endParaRPr lang="en-US" altLang="zh-CN" b="0" i="0" dirty="0">
              <a:effectLst/>
              <a:latin typeface="Fira Mono" panose="020B0509050000020004" pitchFamily="49" charset="0"/>
            </a:endParaRPr>
          </a:p>
          <a:p>
            <a:endParaRPr lang="en-US" altLang="zh-CN" dirty="0">
              <a:latin typeface="Fira Mono" panose="020B0509050000020004" pitchFamily="49" charset="0"/>
            </a:endParaRPr>
          </a:p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qpow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+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//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保证非负</a:t>
            </a:r>
            <a:endParaRPr lang="en-US" altLang="zh-CN" b="0" i="0" dirty="0">
              <a:solidFill>
                <a:srgbClr val="92D05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&gt;&gt;=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&amp;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}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return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6258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B5845-86F7-3B5D-4068-1190BA81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乘法逆元</a:t>
            </a:r>
            <a:r>
              <a:rPr lang="en-US" altLang="zh-CN" dirty="0"/>
              <a:t>3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6DE949-823B-E1E5-2386-71C872AED4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385712"/>
              </a:xfrm>
            </p:spPr>
            <p:txBody>
              <a:bodyPr/>
              <a:lstStyle/>
              <a:p>
                <a:r>
                  <a:rPr lang="zh-CN" altLang="en-US" dirty="0"/>
                  <a:t>如果要同时求多个数字的乘法逆元，这样的效率会很低</a:t>
                </a:r>
                <a:endParaRPr lang="en-US" altLang="zh-CN" dirty="0"/>
              </a:p>
              <a:p>
                <a:r>
                  <a:rPr lang="zh-CN" altLang="en-US" dirty="0"/>
                  <a:t>因此我们可以构造递归来算出小于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的所有数字的乘法逆元</a:t>
                </a:r>
                <a:endParaRPr lang="en-US" altLang="zh-CN" dirty="0"/>
              </a:p>
              <a:p>
                <a:r>
                  <a:rPr lang="zh-CN" altLang="en-US" dirty="0"/>
                  <a:t>首先我们先将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对每一次递归的数字进行带余展开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易得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)，</m:t>
                    </m:r>
                  </m:oMath>
                </a14:m>
                <a:r>
                  <a:rPr lang="zh-CN" altLang="en-US" dirty="0"/>
                  <a:t>可得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化简代入得到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显然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因此给定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递归可用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6DE949-823B-E1E5-2386-71C872AED4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385712"/>
              </a:xfrm>
              <a:blipFill>
                <a:blip r:embed="rId3"/>
                <a:stretch>
                  <a:fillRect l="-638" b="-4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A61BD333-C33F-D3E7-F65E-0D05C5FD173A}"/>
              </a:ext>
            </a:extLst>
          </p:cNvPr>
          <p:cNvSpPr txBox="1"/>
          <p:nvPr/>
        </p:nvSpPr>
        <p:spPr>
          <a:xfrm>
            <a:off x="2698594" y="5346274"/>
            <a:ext cx="73746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inv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nn-NO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]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nn-NO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nn-NO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2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&lt;=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++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    inv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]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nn-NO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long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)(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-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/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inv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]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nn-NO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nn-NO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nn-NO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nn-NO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286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5D37E5F-4EDC-5DB9-ADEE-AE87FEBA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zh-CN" alt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数论分块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023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ABC4967-7E58-B132-7C65-5894A3D3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570" y="530578"/>
            <a:ext cx="4771178" cy="1160110"/>
          </a:xfrm>
        </p:spPr>
        <p:txBody>
          <a:bodyPr>
            <a:normAutofit/>
          </a:bodyPr>
          <a:lstStyle/>
          <a:p>
            <a:r>
              <a:rPr lang="zh-CN" altLang="en-US" dirty="0"/>
              <a:t>数论分块思想</a:t>
            </a:r>
          </a:p>
        </p:txBody>
      </p:sp>
      <p:pic>
        <p:nvPicPr>
          <p:cNvPr id="5" name="图片 4" descr="图表, 折线图&#10;&#10;描述已自动生成">
            <a:extLst>
              <a:ext uri="{FF2B5EF4-FFF2-40B4-BE49-F238E27FC236}">
                <a16:creationId xmlns:a16="http://schemas.microsoft.com/office/drawing/2014/main" id="{0DBBD370-7CCD-E52C-A71D-DD9A4EA6B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693259"/>
            <a:ext cx="5440195" cy="5358592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12" name="Arc 11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E4F0E5-B4CB-F16B-21A4-80A6E90373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9570" y="1484075"/>
                <a:ext cx="4771178" cy="297451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适用环境：有关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zh-CN" altLang="en-US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相关求和问题</a:t>
                </a:r>
                <a:endParaRPr lang="en-US" altLang="zh-CN" dirty="0"/>
              </a:p>
              <a:p>
                <a:r>
                  <a:rPr lang="zh-CN" altLang="en-US" dirty="0"/>
                  <a:t>例如：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=11,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首先如图分块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每一块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相同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nary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𝑘</m:t>
                    </m:r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E4F0E5-B4CB-F16B-21A4-80A6E90373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9570" y="1484075"/>
                <a:ext cx="4771178" cy="2974511"/>
              </a:xfrm>
              <a:blipFill>
                <a:blip r:embed="rId3"/>
                <a:stretch>
                  <a:fillRect l="-5364" b="-22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68C6C26-BCB3-F1FD-28EE-402F97363AF0}"/>
              </a:ext>
            </a:extLst>
          </p:cNvPr>
          <p:cNvSpPr/>
          <p:nvPr/>
        </p:nvSpPr>
        <p:spPr>
          <a:xfrm>
            <a:off x="1325527" y="693260"/>
            <a:ext cx="41112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3F69DA-2AAD-6E32-3981-F198C079F29E}"/>
              </a:ext>
            </a:extLst>
          </p:cNvPr>
          <p:cNvSpPr/>
          <p:nvPr/>
        </p:nvSpPr>
        <p:spPr>
          <a:xfrm>
            <a:off x="1765003" y="3349365"/>
            <a:ext cx="41112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46779A-80CE-897D-CA01-A7CCAF7EE1FB}"/>
              </a:ext>
            </a:extLst>
          </p:cNvPr>
          <p:cNvSpPr/>
          <p:nvPr/>
        </p:nvSpPr>
        <p:spPr>
          <a:xfrm>
            <a:off x="2215112" y="4233901"/>
            <a:ext cx="41112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940CB5-48EC-DFA7-FC3B-935247F9650B}"/>
              </a:ext>
            </a:extLst>
          </p:cNvPr>
          <p:cNvSpPr/>
          <p:nvPr/>
        </p:nvSpPr>
        <p:spPr>
          <a:xfrm>
            <a:off x="2618709" y="4696047"/>
            <a:ext cx="904212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DFBD28-81F4-4F55-3313-739F1D597012}"/>
              </a:ext>
            </a:extLst>
          </p:cNvPr>
          <p:cNvSpPr/>
          <p:nvPr/>
        </p:nvSpPr>
        <p:spPr>
          <a:xfrm>
            <a:off x="3515985" y="5149964"/>
            <a:ext cx="267216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7">
                <a:extLst>
                  <a:ext uri="{FF2B5EF4-FFF2-40B4-BE49-F238E27FC236}">
                    <a16:creationId xmlns:a16="http://schemas.microsoft.com/office/drawing/2014/main" id="{F0C59A9B-4175-6CD2-327F-A0AAA31247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69570" y="4363263"/>
                <a:ext cx="4771178" cy="2214747"/>
              </a:xfrm>
              <a:prstGeom prst="rect">
                <a:avLst/>
              </a:prstGeom>
            </p:spPr>
            <p:txBody>
              <a:bodyPr lIns="109728" tIns="109728" rIns="109728" bIns="9144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1.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:r>
                  <a:rPr lang="zh-CN" altLang="en-US" dirty="0"/>
                  <a:t>怎么求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前缀和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zh-CN" dirty="0"/>
              </a:p>
              <a:p>
                <a:r>
                  <a:rPr lang="en-US" dirty="0"/>
                  <a:t>2. </a:t>
                </a:r>
                <a:r>
                  <a:rPr lang="zh-CN" altLang="en-US" dirty="0"/>
                  <a:t>每个块的端点怎么求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右端点为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num>
                                  <m:den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（已证明）</a:t>
                </a:r>
                <a:endParaRPr lang="en-US" dirty="0"/>
              </a:p>
            </p:txBody>
          </p:sp>
        </mc:Choice>
        <mc:Fallback xmlns="">
          <p:sp>
            <p:nvSpPr>
              <p:cNvPr id="13" name="Content Placeholder 7">
                <a:extLst>
                  <a:ext uri="{FF2B5EF4-FFF2-40B4-BE49-F238E27FC236}">
                    <a16:creationId xmlns:a16="http://schemas.microsoft.com/office/drawing/2014/main" id="{F0C59A9B-4175-6CD2-327F-A0AAA3124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570" y="4363263"/>
                <a:ext cx="4771178" cy="2214747"/>
              </a:xfrm>
              <a:prstGeom prst="rect">
                <a:avLst/>
              </a:prstGeom>
              <a:blipFill>
                <a:blip r:embed="rId4"/>
                <a:stretch>
                  <a:fillRect l="-1277" t="-23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54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内容占位符 3" descr="图表, 折线图&#10;&#10;描述已自动生成">
            <a:extLst>
              <a:ext uri="{FF2B5EF4-FFF2-40B4-BE49-F238E27FC236}">
                <a16:creationId xmlns:a16="http://schemas.microsoft.com/office/drawing/2014/main" id="{D65AC856-C8EA-E094-40C4-447A609B2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138"/>
            <a:ext cx="5440195" cy="5358592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13" name="Arc 12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C07BC20-ED1E-806E-53C5-2EB157B906FA}"/>
              </a:ext>
            </a:extLst>
          </p:cNvPr>
          <p:cNvSpPr/>
          <p:nvPr/>
        </p:nvSpPr>
        <p:spPr>
          <a:xfrm rot="16200000">
            <a:off x="429612" y="5929205"/>
            <a:ext cx="503274" cy="4323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0B1B54EB-2670-44EC-DCFD-8BE38F2AB8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4607" y="523138"/>
                <a:ext cx="6682981" cy="63504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代码示例：求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rgbClr val="00B050"/>
                    </a:solidFill>
                    <a:latin typeface="Fira Mono" panose="020F0502020204030204" pitchFamily="49" charset="0"/>
                  </a:rPr>
                  <a:t>long </a:t>
                </a:r>
                <a:r>
                  <a:rPr lang="en-US" altLang="zh-CN" sz="1800" dirty="0" err="1">
                    <a:solidFill>
                      <a:srgbClr val="00B050"/>
                    </a:solidFill>
                    <a:latin typeface="Fira Mono" panose="020F0502020204030204" pitchFamily="49" charset="0"/>
                  </a:rPr>
                  <a:t>long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H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(</a:t>
                </a:r>
                <a:r>
                  <a:rPr lang="en-US" altLang="zh-CN" sz="1800" dirty="0">
                    <a:solidFill>
                      <a:srgbClr val="00B050"/>
                    </a:solidFill>
                    <a:latin typeface="Fira Mono" panose="020F0502020204030204" pitchFamily="49" charset="0"/>
                  </a:rPr>
                  <a:t>int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n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){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rgbClr val="00B050"/>
                    </a:solidFill>
                    <a:latin typeface="Fira Mono" panose="020F0502020204030204" pitchFamily="49" charset="0"/>
                  </a:rPr>
                  <a:t>    long </a:t>
                </a:r>
                <a:r>
                  <a:rPr lang="en-US" altLang="zh-CN" sz="1800" dirty="0" err="1">
                    <a:solidFill>
                      <a:srgbClr val="00B050"/>
                    </a:solidFill>
                    <a:latin typeface="Fira Mono" panose="020F0502020204030204" pitchFamily="49" charset="0"/>
                  </a:rPr>
                  <a:t>long</a:t>
                </a:r>
                <a:r>
                  <a:rPr lang="en-US" altLang="zh-CN" sz="1800" dirty="0">
                    <a:solidFill>
                      <a:srgbClr val="00B050"/>
                    </a:solidFill>
                    <a:latin typeface="Fira Mono" panose="020F0502020204030204" pitchFamily="49" charset="0"/>
                  </a:rPr>
                  <a:t>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res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= 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Fira Mono" panose="020F0502020204030204" pitchFamily="49" charset="0"/>
                  </a:rPr>
                  <a:t>0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; </a:t>
                </a:r>
                <a:r>
                  <a:rPr lang="en-US" altLang="zh-CN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// </a:t>
                </a:r>
                <a:r>
                  <a:rPr lang="zh-CN" altLang="en-US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储存结果</a:t>
                </a:r>
                <a:endParaRPr lang="en-US" altLang="zh-CN" sz="1800" dirty="0">
                  <a:solidFill>
                    <a:srgbClr val="92D050"/>
                  </a:solidFill>
                  <a:latin typeface="Fira Mono" panose="020F05020202040302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rgbClr val="00B050"/>
                    </a:solidFill>
                    <a:latin typeface="Fira Mono" panose="020F0502020204030204" pitchFamily="49" charset="0"/>
                  </a:rPr>
                  <a:t>    int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l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= 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Fira Mono" panose="020F0502020204030204" pitchFamily="49" charset="0"/>
                  </a:rPr>
                  <a:t>1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,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r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; </a:t>
                </a:r>
                <a:r>
                  <a:rPr lang="en-US" altLang="zh-CN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// </a:t>
                </a:r>
                <a:r>
                  <a:rPr lang="zh-CN" altLang="en-US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块左端点与右端点</a:t>
                </a:r>
                <a:endParaRPr lang="en-US" altLang="zh-CN" sz="1800" dirty="0">
                  <a:solidFill>
                    <a:srgbClr val="92D050"/>
                  </a:solidFill>
                  <a:latin typeface="Fira Mono" panose="020F05020202040302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Fira Mono" panose="020F0502020204030204" pitchFamily="49" charset="0"/>
                  </a:rPr>
                  <a:t>    while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(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l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&lt;=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n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){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        r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=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n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/ (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n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/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l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); </a:t>
                </a:r>
                <a:r>
                  <a:rPr lang="en-US" altLang="zh-CN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// </a:t>
                </a:r>
                <a:r>
                  <a:rPr lang="zh-CN" altLang="en-US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计算当前块的右端点</a:t>
                </a:r>
                <a:endParaRPr lang="en-US" altLang="zh-CN" sz="1800" dirty="0">
                  <a:solidFill>
                    <a:srgbClr val="92D050"/>
                  </a:solidFill>
                  <a:latin typeface="Fira Mono" panose="020F05020202040302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Fira Mono" panose="020F0502020204030204" pitchFamily="49" charset="0"/>
                  </a:rPr>
                  <a:t>    </a:t>
                </a:r>
                <a:r>
                  <a:rPr lang="en-US" altLang="zh-CN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// </a:t>
                </a:r>
                <a:r>
                  <a:rPr lang="zh-CN" altLang="en-US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累加这一块的贡献到结果中。乘上 </a:t>
                </a:r>
                <a:r>
                  <a:rPr lang="en-US" altLang="zh-CN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1LL </a:t>
                </a:r>
                <a:r>
                  <a:rPr lang="zh-CN" altLang="en-US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防止溢出</a:t>
                </a:r>
                <a:endParaRPr lang="en-US" altLang="zh-CN" sz="1800" dirty="0">
                  <a:solidFill>
                    <a:srgbClr val="92D050"/>
                  </a:solidFill>
                  <a:latin typeface="Fira Mono" panose="020F05020202040302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        res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+= 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Fira Mono" panose="020F0502020204030204" pitchFamily="49" charset="0"/>
                  </a:rPr>
                  <a:t>1LL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* (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r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-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l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+ 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Fira Mono" panose="020F0502020204030204" pitchFamily="49" charset="0"/>
                  </a:rPr>
                  <a:t>1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) * (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n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/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l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        l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=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r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 + </a:t>
                </a:r>
                <a:r>
                  <a:rPr lang="en-US" altLang="zh-CN" sz="1800" dirty="0">
                    <a:solidFill>
                      <a:srgbClr val="00B0F0"/>
                    </a:solidFill>
                    <a:latin typeface="Fira Mono" panose="020F0502020204030204" pitchFamily="49" charset="0"/>
                  </a:rPr>
                  <a:t>1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; </a:t>
                </a:r>
                <a:r>
                  <a:rPr lang="en-US" altLang="zh-CN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// </a:t>
                </a:r>
                <a:r>
                  <a:rPr lang="zh-CN" altLang="en-US" sz="1800" dirty="0">
                    <a:solidFill>
                      <a:srgbClr val="92D050"/>
                    </a:solidFill>
                    <a:latin typeface="Fira Mono" panose="020F0502020204030204" pitchFamily="49" charset="0"/>
                  </a:rPr>
                  <a:t>左端点移到下一块</a:t>
                </a:r>
                <a:endParaRPr lang="en-US" altLang="zh-CN" sz="1800" dirty="0">
                  <a:solidFill>
                    <a:srgbClr val="92D050"/>
                  </a:solidFill>
                  <a:latin typeface="Fira Mono" panose="020F05020202040302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Fira Mono" panose="020F0502020204030204" pitchFamily="49" charset="0"/>
                  </a:rPr>
                  <a:t>    }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Fira Mono" panose="020F0502020204030204" pitchFamily="49" charset="0"/>
                  </a:rPr>
                  <a:t>    return </a:t>
                </a:r>
                <a:r>
                  <a:rPr lang="en-US" altLang="zh-CN" sz="1800" dirty="0">
                    <a:solidFill>
                      <a:schemeClr val="bg1">
                        <a:lumMod val="50000"/>
                      </a:schemeClr>
                    </a:solidFill>
                    <a:latin typeface="Fira Mono" panose="020F0502020204030204" pitchFamily="49" charset="0"/>
                  </a:rPr>
                  <a:t>res</a:t>
                </a:r>
                <a:r>
                  <a:rPr lang="en-US" altLang="zh-CN" sz="1800" dirty="0">
                    <a:latin typeface="Fira Mono" panose="020F0502020204030204" pitchFamily="49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latin typeface="Fira Mono" panose="020F0502020204030204" pitchFamily="49" charset="0"/>
                  </a:rPr>
                  <a:t>}</a:t>
                </a:r>
                <a:endParaRPr lang="zh-CN" altLang="en-US" sz="1800" dirty="0">
                  <a:latin typeface="Fira Mono" panose="020F0502020204030204" pitchFamily="49" charset="0"/>
                </a:endParaRPr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0B1B54EB-2670-44EC-DCFD-8BE38F2AB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4607" y="523138"/>
                <a:ext cx="6682981" cy="6350478"/>
              </a:xfrm>
              <a:blipFill>
                <a:blip r:embed="rId3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F75546CA-8A71-0A2D-1565-06C058F6F758}"/>
              </a:ext>
            </a:extLst>
          </p:cNvPr>
          <p:cNvSpPr/>
          <p:nvPr/>
        </p:nvSpPr>
        <p:spPr>
          <a:xfrm>
            <a:off x="486320" y="523138"/>
            <a:ext cx="41112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24A74-45A4-8FD1-FB83-EA9A04EED55B}"/>
              </a:ext>
            </a:extLst>
          </p:cNvPr>
          <p:cNvSpPr/>
          <p:nvPr/>
        </p:nvSpPr>
        <p:spPr>
          <a:xfrm>
            <a:off x="925796" y="3179243"/>
            <a:ext cx="41112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298CB6-DBF0-695C-744B-C96DA36155A9}"/>
              </a:ext>
            </a:extLst>
          </p:cNvPr>
          <p:cNvSpPr/>
          <p:nvPr/>
        </p:nvSpPr>
        <p:spPr>
          <a:xfrm>
            <a:off x="1375905" y="4063779"/>
            <a:ext cx="41112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6A5C5A-30DF-C4D8-ED38-29587215F9CF}"/>
              </a:ext>
            </a:extLst>
          </p:cNvPr>
          <p:cNvSpPr/>
          <p:nvPr/>
        </p:nvSpPr>
        <p:spPr>
          <a:xfrm>
            <a:off x="1779502" y="4525925"/>
            <a:ext cx="904212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9B1C92-DC0B-83C1-6036-F1E841846DED}"/>
              </a:ext>
            </a:extLst>
          </p:cNvPr>
          <p:cNvSpPr/>
          <p:nvPr/>
        </p:nvSpPr>
        <p:spPr>
          <a:xfrm>
            <a:off x="2676778" y="4979842"/>
            <a:ext cx="2672164" cy="46214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45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301 C 0.00065 -0.23819 0.00078 -0.47939 0.00104 -0.72037 L 0.03594 0.00417 C 0.03633 -0.10902 0.03672 -0.22199 0.03711 -0.33495 L 0.07253 -0.0074 L 0.07253 -0.20462 L 0.11029 -0.0074 L 0.10859 -0.13865 L 0.14518 -0.13958 L 0.18125 -0.00833 L 0.18125 -0.07546 L 0.36432 -0.07337 L 0.39583 -0.02083 " pathEditMode="relative" ptsTypes="AAAAAAAAAAAAA">
                                      <p:cBhvr>
                                        <p:cTn id="6" dur="1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D565A05-EE7E-3BAB-A3D7-5E243ACE9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筛法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5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512C2-545E-1D93-38AF-3F1A48B5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筛法基本概念</a:t>
            </a:r>
          </a:p>
        </p:txBody>
      </p:sp>
      <p:graphicFrame>
        <p:nvGraphicFramePr>
          <p:cNvPr id="6" name="内容占位符 2">
            <a:extLst>
              <a:ext uri="{FF2B5EF4-FFF2-40B4-BE49-F238E27FC236}">
                <a16:creationId xmlns:a16="http://schemas.microsoft.com/office/drawing/2014/main" id="{0898F6D4-EEE3-6EDB-AE9E-E8DEE09C0F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782879" cy="3859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CD1C8F3-D37C-8E80-85DD-EF519E7131F9}"/>
              </a:ext>
            </a:extLst>
          </p:cNvPr>
          <p:cNvSpPr txBox="1"/>
          <p:nvPr/>
        </p:nvSpPr>
        <p:spPr>
          <a:xfrm>
            <a:off x="6385065" y="2510988"/>
            <a:ext cx="4628707" cy="248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spc="100" dirty="0"/>
              <a:t>换一种思路</a:t>
            </a:r>
            <a:endParaRPr lang="en-US" altLang="zh-CN" sz="2400" spc="100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spc="100" dirty="0"/>
              <a:t>把小于</a:t>
            </a:r>
            <a:r>
              <a:rPr lang="en-US" altLang="zh-CN" sz="2400" spc="100" dirty="0"/>
              <a:t>n</a:t>
            </a:r>
            <a:r>
              <a:rPr lang="zh-CN" altLang="en-US" sz="2400" spc="100" dirty="0"/>
              <a:t>的合数标记出来</a:t>
            </a:r>
            <a:endParaRPr lang="en-US" altLang="zh-CN" sz="2400" spc="100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spc="100" dirty="0"/>
              <a:t>没有被标记的就是素数</a:t>
            </a:r>
            <a:endParaRPr lang="en-US" altLang="zh-CN" sz="2400" spc="100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spc="100" dirty="0"/>
              <a:t>在本版块中将详细讲解经典筛法</a:t>
            </a:r>
          </a:p>
        </p:txBody>
      </p:sp>
    </p:spTree>
    <p:extLst>
      <p:ext uri="{BB962C8B-B14F-4D97-AF65-F5344CB8AC3E}">
        <p14:creationId xmlns:p14="http://schemas.microsoft.com/office/powerpoint/2010/main" val="3358231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8EB0A-6D2E-BC6F-31A6-554FE189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Fira Sans" panose="020F0502020204030204" pitchFamily="34" charset="0"/>
              </a:rPr>
              <a:t>埃拉托斯特尼筛法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17662-1FAB-C5A6-ABE2-629C1CC0B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1633" cy="3859742"/>
          </a:xfrm>
        </p:spPr>
        <p:txBody>
          <a:bodyPr/>
          <a:lstStyle/>
          <a:p>
            <a:r>
              <a:rPr lang="zh-CN" altLang="en-US" dirty="0"/>
              <a:t>如果一个数是合数，那他一定而已表示为不为一的数的倍数</a:t>
            </a:r>
            <a:endParaRPr lang="en-US" altLang="zh-CN" dirty="0"/>
          </a:p>
          <a:p>
            <a:r>
              <a:rPr lang="zh-CN" altLang="en-US" dirty="0"/>
              <a:t>反之，我们遍历每个数时，把他的所有倍数标记</a:t>
            </a:r>
            <a:endParaRPr lang="en-US" altLang="zh-CN" dirty="0"/>
          </a:p>
          <a:p>
            <a:r>
              <a:rPr lang="zh-CN" altLang="en-US" dirty="0"/>
              <a:t>最后，将未被标记的数字放到素数的数组里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CCEAC9-8E7B-434F-4B01-EAAA3AA5FA35}"/>
              </a:ext>
            </a:extLst>
          </p:cNvPr>
          <p:cNvSpPr txBox="1"/>
          <p:nvPr/>
        </p:nvSpPr>
        <p:spPr>
          <a:xfrm>
            <a:off x="4804143" y="1364926"/>
            <a:ext cx="72815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vector&lt;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&gt;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</a:p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bool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is_prime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[N]; </a:t>
            </a:r>
          </a:p>
          <a:p>
            <a:endParaRPr lang="en-US" altLang="zh-CN" b="0" i="0" dirty="0"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void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Eratosthenes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 {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is_prime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] =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is_prime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] =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false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=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2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&lt;=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++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is_prime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] =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true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=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2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&lt;=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++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 {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(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is_prime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]) {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prime</a:t>
            </a:r>
            <a:r>
              <a:rPr lang="en-US" altLang="zh-CN" b="0" i="0" dirty="0" err="1">
                <a:effectLst/>
                <a:latin typeface="Fira Mono" panose="020B0509050000020004" pitchFamily="49" charset="0"/>
              </a:rPr>
              <a:t>.push_back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);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((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long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*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&gt;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continue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j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=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*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j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&lt;=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j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 +=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// </a:t>
            </a:r>
            <a:r>
              <a:rPr lang="zh-CN" altLang="en-US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因为从 </a:t>
            </a:r>
            <a:r>
              <a:rPr lang="en-US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2 </a:t>
            </a:r>
            <a:r>
              <a:rPr lang="zh-CN" altLang="en-US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到 </a:t>
            </a:r>
            <a:r>
              <a:rPr lang="en-US" altLang="zh-CN" b="0" i="0" dirty="0" err="1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 - 1 </a:t>
            </a:r>
            <a:r>
              <a:rPr lang="zh-CN" altLang="en-US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的倍数我们之前筛过了</a:t>
            </a:r>
            <a:endParaRPr lang="en-US" altLang="zh-CN" b="0" i="0" dirty="0">
              <a:solidFill>
                <a:srgbClr val="92D05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            //</a:t>
            </a:r>
            <a:r>
              <a:rPr lang="zh-CN" altLang="en-US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这里直接从 </a:t>
            </a:r>
            <a:r>
              <a:rPr lang="en-US" altLang="zh-CN" b="0" i="0" dirty="0" err="1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zh-CN" altLang="en-US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的倍数开始，提高了运行速度 </a:t>
            </a:r>
            <a:endParaRPr lang="en-US" altLang="zh-CN" b="0" i="0" dirty="0">
              <a:solidFill>
                <a:srgbClr val="92D05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is_prime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j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] =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false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// </a:t>
            </a:r>
            <a:r>
              <a:rPr lang="zh-CN" altLang="en-US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是 </a:t>
            </a:r>
            <a:r>
              <a:rPr lang="en-US" altLang="zh-CN" b="0" i="0" dirty="0" err="1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zh-CN" altLang="en-US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的倍数的均不是素数 </a:t>
            </a:r>
            <a:endParaRPr lang="en-US" altLang="zh-CN" b="0" i="0" dirty="0">
              <a:solidFill>
                <a:srgbClr val="92D050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}</a:t>
            </a:r>
            <a:r>
              <a:rPr lang="zh-CN" altLang="en-US" b="0" i="0" dirty="0">
                <a:effectLst/>
                <a:latin typeface="Fira Mono" panose="020B0509050000020004" pitchFamily="49" charset="0"/>
              </a:rPr>
              <a:t> </a:t>
            </a:r>
            <a:endParaRPr lang="en-US" altLang="zh-CN" b="0" i="0" dirty="0"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}</a:t>
            </a:r>
            <a:r>
              <a:rPr lang="zh-CN" altLang="en-US" b="0" i="0" dirty="0">
                <a:effectLst/>
                <a:latin typeface="Fira Mono" panose="020B0509050000020004" pitchFamily="49" charset="0"/>
              </a:rPr>
              <a:t> </a:t>
            </a:r>
            <a:endParaRPr lang="en-US" altLang="zh-CN" b="0" i="0" dirty="0"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273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15352-1335-DB35-4B73-45FDB85C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898" y="617886"/>
            <a:ext cx="10515600" cy="1325563"/>
          </a:xfrm>
        </p:spPr>
        <p:txBody>
          <a:bodyPr/>
          <a:lstStyle/>
          <a:p>
            <a:r>
              <a:rPr lang="zh-CN" altLang="en-US" dirty="0"/>
              <a:t>埃式筛的问题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1020C3-FCFC-FCFF-9BEC-511236BA03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39898" y="2078386"/>
                <a:ext cx="7279888" cy="385974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重复标记：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5×6</m:t>
                    </m:r>
                  </m:oMath>
                </a14:m>
                <a:r>
                  <a:rPr lang="zh-CN" altLang="en-US" dirty="0"/>
                  <a:t>都标记过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解决思路：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1. </a:t>
                </a:r>
                <a:r>
                  <a:rPr lang="zh-CN" altLang="en-US" dirty="0"/>
                  <a:t>我们需要在第一次标记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zh-CN" altLang="en-US" dirty="0"/>
                  <a:t>之后提前跳出，因此遍历方式需要改为遍历每个数。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2. </a:t>
                </a:r>
                <a:r>
                  <a:rPr lang="zh-CN" altLang="en-US" dirty="0"/>
                  <a:t>但是与暴力拆解不同，我们需要在判断是不是的同时，筛后面的数，可以保证算法更加高效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1020C3-FCFC-FCFF-9BEC-511236BA0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39898" y="2078386"/>
                <a:ext cx="7279888" cy="3859742"/>
              </a:xfrm>
              <a:blipFill>
                <a:blip r:embed="rId2"/>
                <a:stretch>
                  <a:fillRect l="-1089" r="-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1AEED-9A6B-C902-6CCE-F1F3B160F627}"/>
                  </a:ext>
                </a:extLst>
              </p:cNvPr>
              <p:cNvSpPr txBox="1"/>
              <p:nvPr/>
            </p:nvSpPr>
            <p:spPr>
              <a:xfrm>
                <a:off x="2339898" y="5237897"/>
                <a:ext cx="6684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节约时间的小技巧：只需要筛选到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的平方根</a:t>
                </a:r>
                <a:endParaRPr lang="en-US" altLang="zh-CN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1AEED-9A6B-C902-6CCE-F1F3B160F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898" y="5237897"/>
                <a:ext cx="6684681" cy="369332"/>
              </a:xfrm>
              <a:prstGeom prst="rect">
                <a:avLst/>
              </a:prstGeom>
              <a:blipFill>
                <a:blip r:embed="rId3"/>
                <a:stretch>
                  <a:fillRect l="-821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666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31F1B-9839-08F6-F89E-267BE1BD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512" y="449543"/>
            <a:ext cx="2514600" cy="1325563"/>
          </a:xfrm>
        </p:spPr>
        <p:txBody>
          <a:bodyPr/>
          <a:lstStyle/>
          <a:p>
            <a:r>
              <a:rPr lang="zh-CN" altLang="en-US" dirty="0"/>
              <a:t>线性筛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346BA2-2A8E-4A2E-6C9B-EAE34AC5D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1047" y="1946128"/>
                <a:ext cx="5520069" cy="3859742"/>
              </a:xfrm>
            </p:spPr>
            <p:txBody>
              <a:bodyPr/>
              <a:lstStyle/>
              <a:p>
                <a:r>
                  <a:rPr lang="zh-CN" altLang="en-US" dirty="0"/>
                  <a:t>此处给了一个求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以下的质数的算法</a:t>
                </a:r>
                <a:endParaRPr lang="en-US" altLang="zh-CN" dirty="0"/>
              </a:p>
              <a:p>
                <a:r>
                  <a:rPr lang="zh-CN" altLang="en-US" dirty="0"/>
                  <a:t>事实上，他筛选每一个合数时都是只筛选了他的最小质数就结束了</a:t>
                </a:r>
                <a:endParaRPr lang="en-US" altLang="zh-CN" dirty="0"/>
              </a:p>
              <a:p>
                <a:r>
                  <a:rPr lang="zh-CN" altLang="en-US" dirty="0"/>
                  <a:t>因此扩展这个代码可以应用于更多的数论内容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346BA2-2A8E-4A2E-6C9B-EAE34AC5D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1047" y="1946128"/>
                <a:ext cx="5520069" cy="3859742"/>
              </a:xfrm>
              <a:blipFill>
                <a:blip r:embed="rId2"/>
                <a:stretch>
                  <a:fillRect l="-1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C685A2E-D6C6-08CC-7730-95998AA5DCDB}"/>
              </a:ext>
            </a:extLst>
          </p:cNvPr>
          <p:cNvSpPr txBox="1"/>
          <p:nvPr/>
        </p:nvSpPr>
        <p:spPr>
          <a:xfrm>
            <a:off x="1260623" y="1112324"/>
            <a:ext cx="967075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vector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&lt;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&gt;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endParaRPr lang="en-US" altLang="zh-CN" dirty="0">
              <a:solidFill>
                <a:srgbClr val="36464E"/>
              </a:solidFill>
              <a:latin typeface="Fira Mono" panose="020B0509050000020004" pitchFamily="49" charset="0"/>
            </a:endParaRPr>
          </a:p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bool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not_prime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[N];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endParaRPr lang="en-US" altLang="zh-CN" dirty="0">
              <a:solidFill>
                <a:srgbClr val="36464E"/>
              </a:solidFill>
              <a:latin typeface="Fira Mono" panose="020B0509050000020004" pitchFamily="49" charset="0"/>
            </a:endParaRPr>
          </a:p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void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2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&lt;=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++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(!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not_prime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])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</a:t>
            </a:r>
            <a:r>
              <a:rPr lang="en-US" altLang="zh-CN" b="0" i="0" dirty="0" err="1">
                <a:effectLst/>
                <a:latin typeface="Fira Mono" panose="020B0509050000020004" pitchFamily="49" charset="0"/>
              </a:rPr>
              <a:t>.</a:t>
            </a:r>
            <a:r>
              <a:rPr lang="en-US" altLang="zh-CN" b="0" i="0" dirty="0" err="1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push_back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}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pri_j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: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pri_j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&gt;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break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not_prime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pri_j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]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true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 err="1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pri_j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               // </a:t>
            </a:r>
            <a:r>
              <a:rPr lang="en-US" altLang="zh-CN" dirty="0" err="1">
                <a:solidFill>
                  <a:srgbClr val="92D050"/>
                </a:solidFill>
                <a:latin typeface="Fira Mono" panose="020B0509050000020004" pitchFamily="49" charset="0"/>
              </a:rPr>
              <a:t>i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% </a:t>
            </a:r>
            <a:r>
              <a:rPr lang="en-US" altLang="zh-CN" dirty="0" err="1">
                <a:solidFill>
                  <a:srgbClr val="92D050"/>
                </a:solidFill>
                <a:latin typeface="Fira Mono" panose="020B0509050000020004" pitchFamily="49" charset="0"/>
              </a:rPr>
              <a:t>pri_j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== 0 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换言之，</a:t>
            </a:r>
            <a:r>
              <a:rPr lang="en-US" altLang="zh-CN" dirty="0" err="1">
                <a:solidFill>
                  <a:srgbClr val="92D050"/>
                </a:solidFill>
                <a:latin typeface="Fira Mono" panose="020B0509050000020004" pitchFamily="49" charset="0"/>
              </a:rPr>
              <a:t>i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之前被 </a:t>
            </a:r>
            <a:r>
              <a:rPr lang="en-US" altLang="zh-CN" dirty="0" err="1">
                <a:solidFill>
                  <a:srgbClr val="92D050"/>
                </a:solidFill>
                <a:latin typeface="Fira Mono" panose="020B0509050000020004" pitchFamily="49" charset="0"/>
              </a:rPr>
              <a:t>pri_j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筛过了 </a:t>
            </a:r>
            <a:endParaRPr lang="en-US" altLang="zh-CN" dirty="0">
              <a:solidFill>
                <a:srgbClr val="92D050"/>
              </a:solidFill>
              <a:latin typeface="Fira Mono" panose="020B0509050000020004" pitchFamily="49" charset="0"/>
            </a:endParaRPr>
          </a:p>
          <a:p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               // 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由于 </a:t>
            </a:r>
            <a:r>
              <a:rPr lang="en-US" altLang="zh-CN" dirty="0" err="1">
                <a:solidFill>
                  <a:srgbClr val="92D050"/>
                </a:solidFill>
                <a:latin typeface="Fira Mono" panose="020B0509050000020004" pitchFamily="49" charset="0"/>
              </a:rPr>
              <a:t>pri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里面质数是从小到大的，所以 </a:t>
            </a:r>
            <a:r>
              <a:rPr lang="en-US" altLang="zh-CN" dirty="0" err="1">
                <a:solidFill>
                  <a:srgbClr val="92D050"/>
                </a:solidFill>
                <a:latin typeface="Fira Mono" panose="020B0509050000020004" pitchFamily="49" charset="0"/>
              </a:rPr>
              <a:t>i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乘上其他的质数会被 </a:t>
            </a:r>
            <a:endParaRPr lang="en-US" altLang="zh-CN" dirty="0">
              <a:solidFill>
                <a:srgbClr val="92D050"/>
              </a:solidFill>
              <a:latin typeface="Fira Mono" panose="020B0509050000020004" pitchFamily="49" charset="0"/>
            </a:endParaRPr>
          </a:p>
          <a:p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               // </a:t>
            </a:r>
            <a:r>
              <a:rPr lang="en-US" altLang="zh-CN" dirty="0" err="1">
                <a:solidFill>
                  <a:srgbClr val="92D050"/>
                </a:solidFill>
                <a:latin typeface="Fira Mono" panose="020B0509050000020004" pitchFamily="49" charset="0"/>
              </a:rPr>
              <a:t>pri_j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 </a:t>
            </a:r>
            <a:r>
              <a:rPr lang="zh-CN" altLang="en-US" dirty="0">
                <a:solidFill>
                  <a:srgbClr val="92D050"/>
                </a:solidFill>
                <a:latin typeface="Fira Mono" panose="020B0509050000020004" pitchFamily="49" charset="0"/>
              </a:rPr>
              <a:t>的倍数筛掉，就不需要在这里先筛一次，所以直接 </a:t>
            </a:r>
            <a:r>
              <a:rPr lang="en-US" altLang="zh-CN" dirty="0">
                <a:solidFill>
                  <a:srgbClr val="92D050"/>
                </a:solidFill>
                <a:latin typeface="Fira Mono" panose="020B0509050000020004" pitchFamily="49" charset="0"/>
              </a:rPr>
              <a:t>break </a:t>
            </a:r>
          </a:p>
          <a:p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        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break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endParaRPr lang="en-US" altLang="zh-CN" b="0" i="0" dirty="0">
              <a:solidFill>
                <a:srgbClr val="36464E"/>
              </a:solidFill>
              <a:effectLst/>
              <a:latin typeface="Fira Mono" panose="020B0509050000020004" pitchFamily="49" charset="0"/>
            </a:endParaRP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    }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    }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}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2836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270FB-F8BE-2A41-8119-C8CAB088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65" y="651771"/>
            <a:ext cx="10515600" cy="1325563"/>
          </a:xfrm>
        </p:spPr>
        <p:txBody>
          <a:bodyPr/>
          <a:lstStyle/>
          <a:p>
            <a:r>
              <a:rPr lang="zh-CN" altLang="en-US" dirty="0"/>
              <a:t>线性筛的相关应用</a:t>
            </a:r>
            <a:r>
              <a:rPr lang="en-US" altLang="zh-CN" dirty="0"/>
              <a:t>——</a:t>
            </a:r>
            <a:r>
              <a:rPr lang="zh-CN" altLang="en-US" dirty="0"/>
              <a:t>自主练习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FBB557-D4AC-4CD0-A119-0BA0A2659F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3165" y="2112271"/>
                <a:ext cx="4956631" cy="3859742"/>
              </a:xfrm>
            </p:spPr>
            <p:txBody>
              <a:bodyPr/>
              <a:lstStyle/>
              <a:p>
                <a:r>
                  <a:rPr lang="zh-CN" altLang="en-US" dirty="0"/>
                  <a:t>欧拉函数</a:t>
                </a:r>
                <a:endParaRPr lang="en-US" altLang="zh-CN" dirty="0"/>
              </a:p>
              <a:p>
                <a:r>
                  <a:rPr lang="zh-CN" altLang="en-US" dirty="0"/>
                  <a:t>根据性质有：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den>
                        </m:f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FBB557-D4AC-4CD0-A119-0BA0A2659F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3165" y="2112271"/>
                <a:ext cx="4956631" cy="3859742"/>
              </a:xfrm>
              <a:blipFill>
                <a:blip r:embed="rId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53D740E-423F-3DEA-BAF1-A28A82D6E2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5263" y="2112271"/>
                <a:ext cx="5073502" cy="3859742"/>
              </a:xfrm>
              <a:prstGeom prst="rect">
                <a:avLst/>
              </a:prstGeom>
            </p:spPr>
            <p:txBody>
              <a:bodyPr lIns="109728" tIns="109728" rIns="109728" bIns="91440"/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 spc="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莫比乌斯函数</a:t>
                </a:r>
                <a:endParaRPr lang="en-US" altLang="zh-CN" dirty="0"/>
              </a:p>
              <a:p>
                <a:r>
                  <a:rPr lang="zh-CN" altLang="en-US" dirty="0"/>
                  <a:t>定义：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1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                                   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不是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任何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平方数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倍数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是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某个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平方数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倍数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根据性质有：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’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  <m:f>
                          <m:fPr>
                            <m:type m:val="noBar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num>
                          <m:den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den>
                        </m:f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A53D740E-423F-3DEA-BAF1-A28A82D6E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263" y="2112271"/>
                <a:ext cx="5073502" cy="3859742"/>
              </a:xfrm>
              <a:prstGeom prst="rect">
                <a:avLst/>
              </a:prstGeom>
              <a:blipFill>
                <a:blip r:embed="rId3"/>
                <a:stretch>
                  <a:fillRect l="-1202" b="-3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270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62795E-22EF-6DBA-4C78-00DC3A78C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同余方程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96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6D712-0C9C-7548-A852-6FD383B1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线性同余方程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84A28F-98A7-FB78-EE07-BBCD06015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定义：形如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的方程我们成为线性同余方程</a:t>
                </a:r>
                <a:endParaRPr lang="en-US" altLang="zh-CN" dirty="0"/>
              </a:p>
              <a:p>
                <a:r>
                  <a:rPr lang="zh-CN" altLang="en-US" dirty="0"/>
                  <a:t>解法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dirty="0"/>
                  <a:t>时，用乘法逆元即可求解，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解法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：我们都知道扩展欧几里得可以解决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的问题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    </a:t>
                </a:r>
                <a:r>
                  <a:rPr lang="zh-CN" altLang="en-US" dirty="0"/>
                  <a:t>此时，我们将其进行变形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，因此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的值就</a:t>
                </a:r>
                <a:r>
                  <a:rPr lang="en-US" altLang="zh-CN" dirty="0"/>
                  <a:t>	     </a:t>
                </a:r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，显然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的时候才有解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84A28F-98A7-FB78-EE07-BBCD06015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059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EA945-17A0-7750-AEB1-BC6B2AF9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30749" cy="1325563"/>
          </a:xfrm>
        </p:spPr>
        <p:txBody>
          <a:bodyPr/>
          <a:lstStyle/>
          <a:p>
            <a:r>
              <a:rPr lang="zh-CN" altLang="en-US" dirty="0"/>
              <a:t>中国剩余定理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96481A-B2A7-1111-AC04-8FD19E6EE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7943" y="1155342"/>
                <a:ext cx="4737410" cy="3859742"/>
              </a:xfrm>
            </p:spPr>
            <p:txBody>
              <a:bodyPr/>
              <a:lstStyle/>
              <a:p>
                <a:r>
                  <a:rPr lang="zh-CN" altLang="en-US" dirty="0"/>
                  <a:t>背景：求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dirty="0"/>
                  <a:t>两两互质</a:t>
                </a:r>
                <a:endParaRPr lang="en-US" altLang="zh-CN" dirty="0"/>
              </a:p>
              <a:p>
                <a:r>
                  <a:rPr lang="zh-CN" altLang="en-US" dirty="0"/>
                  <a:t>因为模不一样，我们需要统一</a:t>
                </a:r>
                <a:endParaRPr lang="en-US" altLang="zh-CN" dirty="0"/>
              </a:p>
              <a:p>
                <a:r>
                  <a:rPr lang="zh-CN" altLang="en-US" dirty="0"/>
                  <a:t>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个方程的解为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96481A-B2A7-1111-AC04-8FD19E6EE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7943" y="1155342"/>
                <a:ext cx="4737410" cy="3859742"/>
              </a:xfrm>
              <a:blipFill>
                <a:blip r:embed="rId2"/>
                <a:stretch>
                  <a:fillRect l="-1542" b="-14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B072C0E-50AD-2950-2E50-404B17A6F988}"/>
                  </a:ext>
                </a:extLst>
              </p:cNvPr>
              <p:cNvSpPr txBox="1"/>
              <p:nvPr/>
            </p:nvSpPr>
            <p:spPr>
              <a:xfrm>
                <a:off x="5189206" y="1155342"/>
                <a:ext cx="6839415" cy="4843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r>
                  <a:rPr lang="zh-CN" altLang="en-US" sz="2400" spc="100" dirty="0"/>
                  <a:t>我们的目的是要把所有的方程单独的解加起来</a:t>
                </a:r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r>
                  <a:rPr lang="zh-CN" altLang="en-US" sz="2400" spc="100" dirty="0"/>
                  <a:t>因此第</a:t>
                </a:r>
                <a14:m>
                  <m:oMath xmlns:m="http://schemas.openxmlformats.org/officeDocument/2006/math"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spc="100" dirty="0"/>
                  <a:t>个方程的结果不能影响后面方程的结果</a:t>
                </a:r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r>
                  <a:rPr lang="zh-CN" altLang="en-US" sz="2400" spc="100" dirty="0"/>
                  <a:t>第</a:t>
                </a:r>
                <a14:m>
                  <m:oMath xmlns:m="http://schemas.openxmlformats.org/officeDocument/2006/math"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spc="100" dirty="0"/>
                  <a:t>个方程解必须是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spc="100" dirty="0"/>
                  <a:t>倍数</a:t>
                </a:r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r>
                  <a:rPr lang="zh-CN" altLang="en-US" sz="2400" spc="100" dirty="0"/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 spc="1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spc="100" dirty="0"/>
                  <a:t>，我们可以令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pc="1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spc="100" dirty="0"/>
                  <a:t>既要满足是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1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spc="100" dirty="0"/>
                  <a:t>的倍数，又要</a:t>
                </a:r>
                <a14:m>
                  <m:oMath xmlns:m="http://schemas.openxmlformats.org/officeDocument/2006/math"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 spc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spc="1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spc="1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r>
                  <a:rPr lang="zh-CN" altLang="en-US" sz="2400" spc="100" dirty="0"/>
                  <a:t>因此我们取</a:t>
                </a:r>
                <a14:m>
                  <m:oMath xmlns:m="http://schemas.openxmlformats.org/officeDocument/2006/math"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spc="1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pc="1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i="1" spc="10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 spc="1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spc="100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spc="1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CN" sz="2400" spc="10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spc="100" dirty="0"/>
                  <a:t>即可满足条件</a:t>
                </a:r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r>
                  <a:rPr lang="zh-CN" altLang="en-US" sz="2400" spc="100" dirty="0"/>
                  <a:t>我们最终的解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400" i="1" spc="100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400" i="1" spc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spc="1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spc="1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spc="100" dirty="0"/>
                  <a:t>，即为</a:t>
                </a:r>
                <a:endParaRPr lang="en-US" altLang="zh-CN" sz="2400" spc="100" dirty="0"/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 spc="10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spc="100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spc="100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spc="10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spc="100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spc="100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400" i="1" spc="100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spc="100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spc="100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spc="100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spc="100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spc="1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B072C0E-50AD-2950-2E50-404B17A6F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206" y="1155342"/>
                <a:ext cx="6839415" cy="4843442"/>
              </a:xfrm>
              <a:prstGeom prst="rect">
                <a:avLst/>
              </a:prstGeom>
              <a:blipFill>
                <a:blip r:embed="rId3"/>
                <a:stretch>
                  <a:fillRect l="-1337" t="-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739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6F639-C4B2-4175-46CD-798ADE33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341" y="547907"/>
            <a:ext cx="6573644" cy="1325563"/>
          </a:xfrm>
        </p:spPr>
        <p:txBody>
          <a:bodyPr/>
          <a:lstStyle/>
          <a:p>
            <a:r>
              <a:rPr lang="zh-CN" altLang="en-US" dirty="0"/>
              <a:t>中国剩余定理代码示例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16D5B9-9BA0-8F63-DE94-14C5903745C0}"/>
              </a:ext>
            </a:extLst>
          </p:cNvPr>
          <p:cNvSpPr txBox="1"/>
          <p:nvPr/>
        </p:nvSpPr>
        <p:spPr>
          <a:xfrm>
            <a:off x="1598341" y="1873470"/>
            <a:ext cx="77463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b="0" i="0" dirty="0">
                <a:effectLst/>
                <a:latin typeface="Fira Mono" panose="020B0509050000020004" pitchFamily="49" charset="0"/>
              </a:rPr>
              <a:t>LL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CRT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pt-BR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k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LL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LL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LL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pt-BR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pt-BR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&lt;=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k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++)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];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36464E"/>
                </a:solidFill>
                <a:latin typeface="Fira Mono" panose="020B0509050000020004" pitchFamily="49" charset="0"/>
              </a:rPr>
              <a:t>    </a:t>
            </a:r>
            <a:r>
              <a:rPr lang="pt-BR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for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pt-BR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int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&lt;=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k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++)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    LL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/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],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y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      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exgcd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r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],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dirty="0">
                <a:solidFill>
                  <a:srgbClr val="36464E"/>
                </a:solidFill>
                <a:latin typeface="Fira Mono" panose="020B0509050000020004" pitchFamily="49" charset="0"/>
              </a:rPr>
              <a:t>&amp;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&amp;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y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);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rgbClr val="92D050"/>
                </a:solidFill>
                <a:effectLst/>
                <a:latin typeface="Fira Mono" panose="020B0509050000020004" pitchFamily="49" charset="0"/>
              </a:rPr>
              <a:t>// b * m mod r[i] = 1 </a:t>
            </a:r>
          </a:p>
          <a:p>
            <a:r>
              <a:rPr lang="pt-BR" altLang="zh-CN" dirty="0">
                <a:solidFill>
                  <a:srgbClr val="36464E"/>
                </a:solidFill>
                <a:latin typeface="Fira Mono" panose="020B0509050000020004" pitchFamily="49" charset="0"/>
              </a:rPr>
              <a:t>       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=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+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[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i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]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b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b="0" i="0" dirty="0">
                <a:effectLst/>
                <a:latin typeface="Fira Mono" panose="020B0509050000020004" pitchFamily="49" charset="0"/>
              </a:rPr>
              <a:t>    }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pt-BR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return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ans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+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pt-BR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pt-BR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pt-BR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pt-BR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2919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83E9995-037B-32F4-8970-827162C5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zh-CN" altLang="en-US">
                <a:solidFill>
                  <a:srgbClr val="FFFFFF"/>
                </a:solidFill>
              </a:rPr>
              <a:t>三个实用定理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内容占位符 2">
            <a:extLst>
              <a:ext uri="{FF2B5EF4-FFF2-40B4-BE49-F238E27FC236}">
                <a16:creationId xmlns:a16="http://schemas.microsoft.com/office/drawing/2014/main" id="{DA9AE52C-D25E-6572-20C0-163DA4A1C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02336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8054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1CFD6-F428-8085-12B1-E9669FA5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升幂引理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864F006-D8F7-BD66-B98F-E82B87410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137" y="1595167"/>
                <a:ext cx="4246756" cy="3859742"/>
              </a:xfrm>
            </p:spPr>
            <p:txBody>
              <a:bodyPr/>
              <a:lstStyle/>
              <a:p>
                <a:r>
                  <a:rPr lang="zh-CN" altLang="en-US" dirty="0"/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dirty="0"/>
                  <a:t>表示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的标准分解的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的次数</a:t>
                </a:r>
                <a:endParaRPr lang="en-US" altLang="zh-CN" dirty="0"/>
              </a:p>
              <a:p>
                <a:r>
                  <a:rPr lang="zh-CN" altLang="en-US" dirty="0"/>
                  <a:t>第一部分：</a:t>
                </a:r>
                <a:endParaRPr lang="en-US" altLang="zh-CN" dirty="0"/>
              </a:p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是素数，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1.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时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2.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是奇数时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864F006-D8F7-BD66-B98F-E82B87410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137" y="1595167"/>
                <a:ext cx="4246756" cy="3859742"/>
              </a:xfrm>
              <a:blipFill>
                <a:blip r:embed="rId2"/>
                <a:stretch>
                  <a:fillRect l="-1435" b="-4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472BA9-79B8-A50B-88F3-C1FF65F271B6}"/>
                  </a:ext>
                </a:extLst>
              </p:cNvPr>
              <p:cNvSpPr txBox="1"/>
              <p:nvPr/>
            </p:nvSpPr>
            <p:spPr>
              <a:xfrm>
                <a:off x="4809893" y="535772"/>
                <a:ext cx="7382107" cy="5786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第二部分：</a:t>
                </a:r>
                <a:endParaRPr lang="en-US" altLang="zh-CN" sz="2400" spc="100" dirty="0"/>
              </a:p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spc="100" dirty="0"/>
                  <a:t>是素数，对任意</a:t>
                </a:r>
                <a:r>
                  <a:rPr lang="en-US" altLang="zh-CN" sz="2400" spc="100" dirty="0"/>
                  <a:t>n</a:t>
                </a:r>
                <a:r>
                  <a:rPr lang="zh-CN" altLang="en-US" sz="2400" spc="100" dirty="0"/>
                  <a:t>都有：</a:t>
                </a:r>
                <a:endParaRPr lang="en-US" altLang="zh-CN" sz="2400" spc="100" dirty="0"/>
              </a:p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spc="100" dirty="0"/>
                  <a:t>1. 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spc="100" dirty="0"/>
                  <a:t>时</a:t>
                </a:r>
                <a:endParaRPr lang="en-US" altLang="zh-CN" sz="2400" spc="100" dirty="0"/>
              </a:p>
              <a:p>
                <a:pPr marL="285750" lvl="1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spc="100" dirty="0"/>
              </a:p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spc="100" dirty="0"/>
                  <a:t>2. 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spc="100" dirty="0"/>
                  <a:t>，且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spc="100" dirty="0"/>
                  <a:t>是奇数时</a:t>
                </a:r>
                <a:endParaRPr lang="en-US" altLang="zh-CN" sz="2400" spc="100" dirty="0"/>
              </a:p>
              <a:p>
                <a:pPr marL="285750" lvl="1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spc="100" dirty="0"/>
              </a:p>
              <a:p>
                <a:pPr marL="285750" lvl="1">
                  <a:lnSpc>
                    <a:spcPct val="110000"/>
                  </a:lnSpc>
                </a:pPr>
                <a:endParaRPr lang="en-US" altLang="zh-CN" sz="2400" spc="100" dirty="0"/>
              </a:p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第三部分：</a:t>
                </a:r>
                <a:endParaRPr lang="en-US" altLang="zh-CN" sz="2400" spc="100" dirty="0"/>
              </a:p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spc="10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spc="10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0" spc="10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spc="100" dirty="0"/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 spc="100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spc="1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spc="10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spc="1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spc="10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spc="100" dirty="0"/>
                  <a:t>时：</a:t>
                </a:r>
                <a:endParaRPr lang="en-US" altLang="zh-CN" sz="2400" spc="100" dirty="0"/>
              </a:p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spc="100" dirty="0"/>
                  <a:t>1. </a:t>
                </a:r>
                <a:r>
                  <a:rPr lang="zh-CN" altLang="en-US" sz="2400" spc="100" dirty="0"/>
                  <a:t>对奇数</a:t>
                </a:r>
                <a:r>
                  <a:rPr lang="en-US" altLang="zh-CN" sz="2400" spc="100" dirty="0"/>
                  <a:t>n</a:t>
                </a:r>
                <a:r>
                  <a:rPr lang="zh-CN" altLang="en-US" sz="2400" spc="100" dirty="0"/>
                  <a:t>有</a:t>
                </a:r>
                <a:endParaRPr lang="en-US" altLang="zh-CN" sz="2400" spc="100" dirty="0"/>
              </a:p>
              <a:p>
                <a:pPr marL="285750" lvl="1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spc="100" dirty="0"/>
              </a:p>
              <a:p>
                <a:pPr marL="57150" indent="-2286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spc="100" dirty="0"/>
                  <a:t>2. </a:t>
                </a:r>
                <a:r>
                  <a:rPr lang="zh-CN" altLang="en-US" sz="2400" spc="100" dirty="0"/>
                  <a:t>对偶数</a:t>
                </a:r>
                <a:r>
                  <a:rPr lang="en-US" altLang="zh-CN" sz="2400" spc="100" dirty="0"/>
                  <a:t>n</a:t>
                </a:r>
                <a:r>
                  <a:rPr lang="zh-CN" altLang="en-US" sz="2400" spc="100" dirty="0"/>
                  <a:t>有</a:t>
                </a:r>
                <a:endParaRPr lang="en-US" altLang="zh-CN" sz="2400" spc="100" dirty="0"/>
              </a:p>
              <a:p>
                <a:pPr marL="285750" lvl="1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400" b="0" i="0" spc="10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 spc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spc="1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2400" spc="1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spc="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spc="1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pc="10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pc="10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CN" sz="2400" b="0" i="0" spc="10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CN" sz="2400" spc="1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472BA9-79B8-A50B-88F3-C1FF65F27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893" y="535772"/>
                <a:ext cx="7382107" cy="5786456"/>
              </a:xfrm>
              <a:prstGeom prst="rect">
                <a:avLst/>
              </a:prstGeom>
              <a:blipFill>
                <a:blip r:embed="rId3"/>
                <a:stretch>
                  <a:fillRect l="-1073" t="-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377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23A628-1A5C-76E3-CED6-5479A7C4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威尔逊定理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A7354A-E50B-1DFD-C02B-87B8CC6A35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31903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描述：对于素数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用途：假设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!)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dirty="0"/>
                  <a:t>表示除去了所有的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r>
                  <a:rPr lang="zh-CN" altLang="en-US" b="0" dirty="0"/>
                  <a:t>就有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1·2·…·(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−1)·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1·2·…·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1·2·…·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1·2·…·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r>
                  <a:rPr lang="zh-CN" altLang="en-US" dirty="0"/>
                  <a:t>根据定理有：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1·2·…·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A7354A-E50B-1DFD-C02B-87B8CC6A35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31903" cy="4351338"/>
              </a:xfrm>
              <a:blipFill>
                <a:blip r:embed="rId2"/>
                <a:stretch>
                  <a:fillRect l="-1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200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5E6B2-177F-5A8B-829D-9873F092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卢卡斯定理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A67C21-BC61-157F-4BA7-B0A769CD4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954531"/>
              </a:xfrm>
            </p:spPr>
            <p:txBody>
              <a:bodyPr/>
              <a:lstStyle/>
              <a:p>
                <a:r>
                  <a:rPr lang="zh-CN" altLang="en-US" dirty="0"/>
                  <a:t>背景：在计算组合数取模的时候，我们可以用递推式去实现，但是当问题规模很大，但是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又是个不大的质数的时候，这种方法并不好用。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A67C21-BC61-157F-4BA7-B0A769CD4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954531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B1F7EF0-BA3B-B998-0FE6-2969CB2B7480}"/>
              </a:ext>
            </a:extLst>
          </p:cNvPr>
          <p:cNvSpPr txBox="1"/>
          <p:nvPr/>
        </p:nvSpPr>
        <p:spPr>
          <a:xfrm>
            <a:off x="2207942" y="4900224"/>
            <a:ext cx="9456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Lucas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 </a:t>
            </a:r>
            <a:r>
              <a:rPr lang="en-US" altLang="zh-CN" b="0" i="0" dirty="0" err="1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long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{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if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==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0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return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rgbClr val="00B0F0"/>
                </a:solidFill>
                <a:effectLst/>
                <a:latin typeface="Fira Mono" panose="020B0509050000020004" pitchFamily="49" charset="0"/>
              </a:rPr>
              <a:t>1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Fira Mono" panose="020B0509050000020004" pitchFamily="49" charset="0"/>
              </a:rPr>
              <a:t>return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C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*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Lucas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(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n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/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m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/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,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))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%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Fira Mono" panose="020B0509050000020004" pitchFamily="49" charset="0"/>
              </a:rPr>
              <a:t>p</a:t>
            </a:r>
            <a:r>
              <a:rPr lang="en-US" altLang="zh-CN" b="0" i="0" dirty="0">
                <a:effectLst/>
                <a:latin typeface="Fira Mono" panose="020B0509050000020004" pitchFamily="49" charset="0"/>
              </a:rPr>
              <a:t>;</a:t>
            </a:r>
            <a:r>
              <a:rPr lang="en-US" altLang="zh-CN" b="0" i="0" dirty="0">
                <a:solidFill>
                  <a:srgbClr val="36464E"/>
                </a:solidFill>
                <a:effectLst/>
                <a:latin typeface="Fira Mono" panose="020B0509050000020004" pitchFamily="49" charset="0"/>
              </a:rPr>
              <a:t> </a:t>
            </a:r>
          </a:p>
          <a:p>
            <a:r>
              <a:rPr lang="en-US" altLang="zh-CN" b="0" i="0" dirty="0">
                <a:effectLst/>
                <a:latin typeface="Fira Mono" panose="020B05090500000200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72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0D0C0F-CC32-08E1-7652-21C20520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>
              <a:lnSpc>
                <a:spcPct val="95000"/>
              </a:lnSpc>
            </a:pPr>
            <a:r>
              <a:rPr lang="zh-CN" altLang="en-US" sz="2400" dirty="0">
                <a:solidFill>
                  <a:srgbClr val="FFFFFF"/>
                </a:solidFill>
              </a:rPr>
              <a:t>专题总结：</a:t>
            </a:r>
            <a:br>
              <a:rPr lang="en-US" altLang="zh-CN" sz="2400" dirty="0">
                <a:solidFill>
                  <a:srgbClr val="FFFFFF"/>
                </a:solidFill>
              </a:rPr>
            </a:br>
            <a:r>
              <a:rPr lang="zh-CN" altLang="en-US" sz="2400" dirty="0">
                <a:solidFill>
                  <a:srgbClr val="FFFFFF"/>
                </a:solidFill>
              </a:rPr>
              <a:t>看似数学，其实逻辑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6" name="内容占位符 2">
            <a:extLst>
              <a:ext uri="{FF2B5EF4-FFF2-40B4-BE49-F238E27FC236}">
                <a16:creationId xmlns:a16="http://schemas.microsoft.com/office/drawing/2014/main" id="{6092A1AE-696A-3836-2747-42BF9F1CB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67991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4595163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Prismatic">
      <a:dk1>
        <a:srgbClr val="000000"/>
      </a:dk1>
      <a:lt1>
        <a:srgbClr val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Festival">
      <a:majorFont>
        <a:latin typeface="DengXian"/>
        <a:ea typeface=""/>
        <a:cs typeface=""/>
      </a:majorFont>
      <a:minorFont>
        <a:latin typeface="DengXi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3006</Words>
  <Application>Microsoft Office PowerPoint</Application>
  <PresentationFormat>宽屏</PresentationFormat>
  <Paragraphs>322</Paragraphs>
  <Slides>35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DengXian</vt:lpstr>
      <vt:lpstr>DengXian</vt:lpstr>
      <vt:lpstr>Arial</vt:lpstr>
      <vt:lpstr>Calibri</vt:lpstr>
      <vt:lpstr>Cambria Math</vt:lpstr>
      <vt:lpstr>Fira Mono</vt:lpstr>
      <vt:lpstr>Fira Sans</vt:lpstr>
      <vt:lpstr>ShapesVTI</vt:lpstr>
      <vt:lpstr>数学： 数论</vt:lpstr>
      <vt:lpstr>数论基础</vt:lpstr>
      <vt:lpstr>最基本概念</vt:lpstr>
      <vt:lpstr>辗转相除</vt:lpstr>
      <vt:lpstr>辗转相除法求最大公约数</vt:lpstr>
      <vt:lpstr>裴蜀定理</vt:lpstr>
      <vt:lpstr>扩展欧几里得</vt:lpstr>
      <vt:lpstr>乘法逆元1</vt:lpstr>
      <vt:lpstr>类欧几里得算法</vt:lpstr>
      <vt:lpstr>类欧几里德算法</vt:lpstr>
      <vt:lpstr>类欧几里德思想的一般流程</vt:lpstr>
      <vt:lpstr>乘法逆元相关理论</vt:lpstr>
      <vt:lpstr>费马小定理与欧拉定理</vt:lpstr>
      <vt:lpstr>欧拉函数：求一个数的欧拉函数</vt:lpstr>
      <vt:lpstr>*快速幂</vt:lpstr>
      <vt:lpstr>乘法逆元2</vt:lpstr>
      <vt:lpstr>乘法逆元3</vt:lpstr>
      <vt:lpstr>数论分块</vt:lpstr>
      <vt:lpstr>数论分块思想</vt:lpstr>
      <vt:lpstr>PowerPoint 演示文稿</vt:lpstr>
      <vt:lpstr>筛法</vt:lpstr>
      <vt:lpstr>筛法基本概念</vt:lpstr>
      <vt:lpstr>埃拉托斯特尼筛法</vt:lpstr>
      <vt:lpstr>埃式筛的问题</vt:lpstr>
      <vt:lpstr>线性筛</vt:lpstr>
      <vt:lpstr>线性筛的相关应用——自主练习</vt:lpstr>
      <vt:lpstr>同余方程</vt:lpstr>
      <vt:lpstr>线性同余方程</vt:lpstr>
      <vt:lpstr>中国剩余定理</vt:lpstr>
      <vt:lpstr>中国剩余定理代码示例</vt:lpstr>
      <vt:lpstr>三个实用定理</vt:lpstr>
      <vt:lpstr>升幂引理</vt:lpstr>
      <vt:lpstr>威尔逊定理</vt:lpstr>
      <vt:lpstr>卢卡斯定理</vt:lpstr>
      <vt:lpstr>专题总结： 看似数学，其实逻辑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Su, Hansheng</dc:creator>
  <cp:lastModifiedBy>Su, Hansheng</cp:lastModifiedBy>
  <cp:revision>31</cp:revision>
  <dcterms:created xsi:type="dcterms:W3CDTF">2024-09-28T04:00:28Z</dcterms:created>
  <dcterms:modified xsi:type="dcterms:W3CDTF">2024-10-02T15:56:11Z</dcterms:modified>
</cp:coreProperties>
</file>